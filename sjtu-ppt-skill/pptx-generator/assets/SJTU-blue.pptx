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68" userDrawn="1">
          <p15:clr>
            <a:srgbClr val="A4A3A4"/>
          </p15:clr>
        </p15:guide>
        <p15:guide id="3" orient="horz" pos="472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717" autoAdjust="0"/>
  </p:normalViewPr>
  <p:slideViewPr>
    <p:cSldViewPr snapToGrid="0" showGuides="1">
      <p:cViewPr>
        <p:scale>
          <a:sx n="75" d="100"/>
          <a:sy n="75" d="100"/>
        </p:scale>
        <p:origin x="1206" y="558"/>
      </p:cViewPr>
      <p:guideLst>
        <p:guide pos="304"/>
        <p:guide pos="7368"/>
        <p:guide orient="horz" pos="472"/>
        <p:guide orient="horz" pos="41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37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86D82-40B8-4175-AE33-CCD3B53A52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601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建筑物&#10;&#10;自动生成的说明">
            <a:extLst>
              <a:ext uri="{FF2B5EF4-FFF2-40B4-BE49-F238E27FC236}">
                <a16:creationId xmlns:a16="http://schemas.microsoft.com/office/drawing/2014/main" id="{04FCBB7C-0DC8-E3EC-435E-E452DCBA3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5E8EB79-1B5B-9AC8-ED09-CD2EB41F0737}"/>
              </a:ext>
            </a:extLst>
          </p:cNvPr>
          <p:cNvSpPr/>
          <p:nvPr userDrawn="1"/>
        </p:nvSpPr>
        <p:spPr>
          <a:xfrm>
            <a:off x="0" y="1001539"/>
            <a:ext cx="12192002" cy="2401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0BD8F6F-08AB-422E-BF07-88B099000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392374"/>
            <a:ext cx="11201400" cy="1528763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22C5BC-2FB5-6C7F-C2CF-3597A10E53C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BB385C-A20A-897B-CD9D-A9FF8B92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6F69AC2-A7DB-2C5B-FD77-CB99653BD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D163E5D-02D3-71B5-630C-6926A2F4F9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2E33D00-84DE-D4C8-7155-AB9964200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BFBDD0-B9AF-5BE6-5C8E-2DA043E34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D25342B-7B46-960A-B830-78587F1591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8C3AC8-B1BB-AD20-8CC1-BBE600787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9CDBDC9-A696-037C-DA6D-B1897291A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8D8E4DE-EE68-AFCF-1524-DBDAAA9F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CC5ECA0-633D-CD9B-B4AD-5FB24160C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9526753-FDD9-6685-3BB6-87D123790DA5}"/>
              </a:ext>
            </a:extLst>
          </p:cNvPr>
          <p:cNvCxnSpPr>
            <a:cxnSpLocks/>
            <a:stCxn id="8" idx="36"/>
          </p:cNvCxnSpPr>
          <p:nvPr userDrawn="1"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26D6282-3843-D36D-886C-8056A5B69240}"/>
              </a:ext>
            </a:extLst>
          </p:cNvPr>
          <p:cNvSpPr/>
          <p:nvPr userDrawn="1"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2" name="图片 21" descr="文本&#10;&#10;中度可信度描述已自动生成">
            <a:extLst>
              <a:ext uri="{FF2B5EF4-FFF2-40B4-BE49-F238E27FC236}">
                <a16:creationId xmlns:a16="http://schemas.microsoft.com/office/drawing/2014/main" id="{244B2261-771F-57E3-9DEA-E48BB53A33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6878"/>
            <a:ext cx="1706880" cy="561122"/>
          </a:xfrm>
          <a:prstGeom prst="rect">
            <a:avLst/>
          </a:prstGeom>
        </p:spPr>
      </p:pic>
      <p:sp>
        <p:nvSpPr>
          <p:cNvPr id="23" name="内容占位符 25">
            <a:extLst>
              <a:ext uri="{FF2B5EF4-FFF2-40B4-BE49-F238E27FC236}">
                <a16:creationId xmlns:a16="http://schemas.microsoft.com/office/drawing/2014/main" id="{A7290BAD-0B6F-1AF5-E20D-A121241E51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4520219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31">
            <a:extLst>
              <a:ext uri="{FF2B5EF4-FFF2-40B4-BE49-F238E27FC236}">
                <a16:creationId xmlns:a16="http://schemas.microsoft.com/office/drawing/2014/main" id="{B4CA4129-B686-D50D-C66E-8D7306925D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373069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831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A9B5E-1179-424A-9D9B-043584A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B045853C-94CC-2AD4-5034-36316AFBF1FE}"/>
              </a:ext>
            </a:extLst>
          </p:cNvPr>
          <p:cNvSpPr/>
          <p:nvPr userDrawn="1"/>
        </p:nvSpPr>
        <p:spPr>
          <a:xfrm>
            <a:off x="1858728" y="22150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对角圆角矩形 80">
            <a:extLst>
              <a:ext uri="{FF2B5EF4-FFF2-40B4-BE49-F238E27FC236}">
                <a16:creationId xmlns:a16="http://schemas.microsoft.com/office/drawing/2014/main" id="{5E390D97-7F5A-CFFE-DC8A-5C36CDA66F0F}"/>
              </a:ext>
            </a:extLst>
          </p:cNvPr>
          <p:cNvSpPr/>
          <p:nvPr userDrawn="1"/>
        </p:nvSpPr>
        <p:spPr>
          <a:xfrm>
            <a:off x="501474" y="221503"/>
            <a:ext cx="1357217" cy="543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BC086C-097F-523A-B340-E5121914BED8}"/>
              </a:ext>
            </a:extLst>
          </p:cNvPr>
          <p:cNvSpPr/>
          <p:nvPr userDrawn="1"/>
        </p:nvSpPr>
        <p:spPr>
          <a:xfrm>
            <a:off x="3976162" y="1512352"/>
            <a:ext cx="559044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EAC2BED-D8BE-05AF-B81A-95268AEE2951}"/>
              </a:ext>
            </a:extLst>
          </p:cNvPr>
          <p:cNvCxnSpPr>
            <a:cxnSpLocks/>
          </p:cNvCxnSpPr>
          <p:nvPr userDrawn="1"/>
        </p:nvCxnSpPr>
        <p:spPr>
          <a:xfrm>
            <a:off x="3696640" y="2097123"/>
            <a:ext cx="54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A90A162E-D02E-4121-D61B-B7DC22E2C512}"/>
              </a:ext>
            </a:extLst>
          </p:cNvPr>
          <p:cNvSpPr/>
          <p:nvPr userDrawn="1"/>
        </p:nvSpPr>
        <p:spPr>
          <a:xfrm>
            <a:off x="3976162" y="2437023"/>
            <a:ext cx="559044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712A996-22AD-BDD5-74AF-289D2EB8117A}"/>
              </a:ext>
            </a:extLst>
          </p:cNvPr>
          <p:cNvCxnSpPr>
            <a:cxnSpLocks/>
          </p:cNvCxnSpPr>
          <p:nvPr userDrawn="1"/>
        </p:nvCxnSpPr>
        <p:spPr>
          <a:xfrm>
            <a:off x="3696640" y="3021794"/>
            <a:ext cx="54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4EED9FB-6C57-9BE5-C3C0-63CD07559430}"/>
              </a:ext>
            </a:extLst>
          </p:cNvPr>
          <p:cNvSpPr/>
          <p:nvPr userDrawn="1"/>
        </p:nvSpPr>
        <p:spPr>
          <a:xfrm>
            <a:off x="3976162" y="3361694"/>
            <a:ext cx="559044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F9A2C76-D0EF-AE17-028B-8B658655566B}"/>
              </a:ext>
            </a:extLst>
          </p:cNvPr>
          <p:cNvCxnSpPr>
            <a:cxnSpLocks/>
          </p:cNvCxnSpPr>
          <p:nvPr userDrawn="1"/>
        </p:nvCxnSpPr>
        <p:spPr>
          <a:xfrm>
            <a:off x="3696640" y="3946465"/>
            <a:ext cx="54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7102C19-DEC1-2BDD-2F88-50EE71DDE5B3}"/>
              </a:ext>
            </a:extLst>
          </p:cNvPr>
          <p:cNvSpPr/>
          <p:nvPr userDrawn="1"/>
        </p:nvSpPr>
        <p:spPr>
          <a:xfrm>
            <a:off x="3976162" y="4286365"/>
            <a:ext cx="559044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BFF70E4-9404-7685-D86F-82224DD5A9EB}"/>
              </a:ext>
            </a:extLst>
          </p:cNvPr>
          <p:cNvCxnSpPr>
            <a:cxnSpLocks/>
          </p:cNvCxnSpPr>
          <p:nvPr userDrawn="1"/>
        </p:nvCxnSpPr>
        <p:spPr>
          <a:xfrm>
            <a:off x="3696640" y="4871136"/>
            <a:ext cx="54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08F6D9C-CC6C-74E2-36A3-D8EECAF2C3EA}"/>
              </a:ext>
            </a:extLst>
          </p:cNvPr>
          <p:cNvSpPr/>
          <p:nvPr userDrawn="1"/>
        </p:nvSpPr>
        <p:spPr>
          <a:xfrm>
            <a:off x="3976162" y="5211035"/>
            <a:ext cx="559044" cy="584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DD68C59-741D-035F-9E32-47D646ED3D98}"/>
              </a:ext>
            </a:extLst>
          </p:cNvPr>
          <p:cNvCxnSpPr>
            <a:cxnSpLocks/>
          </p:cNvCxnSpPr>
          <p:nvPr userDrawn="1"/>
        </p:nvCxnSpPr>
        <p:spPr>
          <a:xfrm>
            <a:off x="3696640" y="5795806"/>
            <a:ext cx="5400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gwheels_376015">
            <a:extLst>
              <a:ext uri="{FF2B5EF4-FFF2-40B4-BE49-F238E27FC236}">
                <a16:creationId xmlns:a16="http://schemas.microsoft.com/office/drawing/2014/main" id="{865E8B52-8142-9CAF-2DFE-687CF6D5A125}"/>
              </a:ext>
            </a:extLst>
          </p:cNvPr>
          <p:cNvSpPr/>
          <p:nvPr userDrawn="1"/>
        </p:nvSpPr>
        <p:spPr>
          <a:xfrm>
            <a:off x="474668" y="1470788"/>
            <a:ext cx="1894097" cy="1467882"/>
          </a:xfrm>
          <a:custGeom>
            <a:avLst/>
            <a:gdLst>
              <a:gd name="connsiteX0" fmla="*/ 293909 w 590191"/>
              <a:gd name="connsiteY0" fmla="*/ 355666 h 457385"/>
              <a:gd name="connsiteX1" fmla="*/ 273401 w 590191"/>
              <a:gd name="connsiteY1" fmla="*/ 359459 h 457385"/>
              <a:gd name="connsiteX2" fmla="*/ 238459 w 590191"/>
              <a:gd name="connsiteY2" fmla="*/ 401937 h 457385"/>
              <a:gd name="connsiteX3" fmla="*/ 350119 w 590191"/>
              <a:gd name="connsiteY3" fmla="*/ 401937 h 457385"/>
              <a:gd name="connsiteX4" fmla="*/ 347081 w 590191"/>
              <a:gd name="connsiteY4" fmla="*/ 391317 h 457385"/>
              <a:gd name="connsiteX5" fmla="*/ 293909 w 590191"/>
              <a:gd name="connsiteY5" fmla="*/ 355666 h 457385"/>
              <a:gd name="connsiteX6" fmla="*/ 241498 w 590191"/>
              <a:gd name="connsiteY6" fmla="*/ 238853 h 457385"/>
              <a:gd name="connsiteX7" fmla="*/ 213393 w 590191"/>
              <a:gd name="connsiteY7" fmla="*/ 250231 h 457385"/>
              <a:gd name="connsiteX8" fmla="*/ 210355 w 590191"/>
              <a:gd name="connsiteY8" fmla="*/ 253265 h 457385"/>
              <a:gd name="connsiteX9" fmla="*/ 210355 w 590191"/>
              <a:gd name="connsiteY9" fmla="*/ 258575 h 457385"/>
              <a:gd name="connsiteX10" fmla="*/ 216431 w 590191"/>
              <a:gd name="connsiteY10" fmla="*/ 275262 h 457385"/>
              <a:gd name="connsiteX11" fmla="*/ 212633 w 590191"/>
              <a:gd name="connsiteY11" fmla="*/ 287399 h 457385"/>
              <a:gd name="connsiteX12" fmla="*/ 171616 w 590191"/>
              <a:gd name="connsiteY12" fmla="*/ 326842 h 457385"/>
              <a:gd name="connsiteX13" fmla="*/ 159462 w 590191"/>
              <a:gd name="connsiteY13" fmla="*/ 330635 h 457385"/>
              <a:gd name="connsiteX14" fmla="*/ 142751 w 590191"/>
              <a:gd name="connsiteY14" fmla="*/ 323808 h 457385"/>
              <a:gd name="connsiteX15" fmla="*/ 134396 w 590191"/>
              <a:gd name="connsiteY15" fmla="*/ 326842 h 457385"/>
              <a:gd name="connsiteX16" fmla="*/ 122243 w 590191"/>
              <a:gd name="connsiteY16" fmla="*/ 354149 h 457385"/>
              <a:gd name="connsiteX17" fmla="*/ 122243 w 590191"/>
              <a:gd name="connsiteY17" fmla="*/ 359459 h 457385"/>
              <a:gd name="connsiteX18" fmla="*/ 126040 w 590191"/>
              <a:gd name="connsiteY18" fmla="*/ 362493 h 457385"/>
              <a:gd name="connsiteX19" fmla="*/ 142751 w 590191"/>
              <a:gd name="connsiteY19" fmla="*/ 370078 h 457385"/>
              <a:gd name="connsiteX20" fmla="*/ 148828 w 590191"/>
              <a:gd name="connsiteY20" fmla="*/ 381456 h 457385"/>
              <a:gd name="connsiteX21" fmla="*/ 145790 w 590191"/>
              <a:gd name="connsiteY21" fmla="*/ 401937 h 457385"/>
              <a:gd name="connsiteX22" fmla="*/ 168577 w 590191"/>
              <a:gd name="connsiteY22" fmla="*/ 401937 h 457385"/>
              <a:gd name="connsiteX23" fmla="*/ 247575 w 590191"/>
              <a:gd name="connsiteY23" fmla="*/ 294984 h 457385"/>
              <a:gd name="connsiteX24" fmla="*/ 293909 w 590191"/>
              <a:gd name="connsiteY24" fmla="*/ 285882 h 457385"/>
              <a:gd name="connsiteX25" fmla="*/ 411646 w 590191"/>
              <a:gd name="connsiteY25" fmla="*/ 365527 h 457385"/>
              <a:gd name="connsiteX26" fmla="*/ 420001 w 590191"/>
              <a:gd name="connsiteY26" fmla="*/ 401937 h 457385"/>
              <a:gd name="connsiteX27" fmla="*/ 442789 w 590191"/>
              <a:gd name="connsiteY27" fmla="*/ 401937 h 457385"/>
              <a:gd name="connsiteX28" fmla="*/ 440510 w 590191"/>
              <a:gd name="connsiteY28" fmla="*/ 385249 h 457385"/>
              <a:gd name="connsiteX29" fmla="*/ 446587 w 590191"/>
              <a:gd name="connsiteY29" fmla="*/ 374630 h 457385"/>
              <a:gd name="connsiteX30" fmla="*/ 464057 w 590191"/>
              <a:gd name="connsiteY30" fmla="*/ 367803 h 457385"/>
              <a:gd name="connsiteX31" fmla="*/ 467096 w 590191"/>
              <a:gd name="connsiteY31" fmla="*/ 364010 h 457385"/>
              <a:gd name="connsiteX32" fmla="*/ 467096 w 590191"/>
              <a:gd name="connsiteY32" fmla="*/ 359459 h 457385"/>
              <a:gd name="connsiteX33" fmla="*/ 456461 w 590191"/>
              <a:gd name="connsiteY33" fmla="*/ 331393 h 457385"/>
              <a:gd name="connsiteX34" fmla="*/ 448106 w 590191"/>
              <a:gd name="connsiteY34" fmla="*/ 328359 h 457385"/>
              <a:gd name="connsiteX35" fmla="*/ 431395 w 590191"/>
              <a:gd name="connsiteY35" fmla="*/ 334428 h 457385"/>
              <a:gd name="connsiteX36" fmla="*/ 418482 w 590191"/>
              <a:gd name="connsiteY36" fmla="*/ 330635 h 457385"/>
              <a:gd name="connsiteX37" fmla="*/ 378983 w 590191"/>
              <a:gd name="connsiteY37" fmla="*/ 289674 h 457385"/>
              <a:gd name="connsiteX38" fmla="*/ 375185 w 590191"/>
              <a:gd name="connsiteY38" fmla="*/ 277538 h 457385"/>
              <a:gd name="connsiteX39" fmla="*/ 382781 w 590191"/>
              <a:gd name="connsiteY39" fmla="*/ 260850 h 457385"/>
              <a:gd name="connsiteX40" fmla="*/ 382781 w 590191"/>
              <a:gd name="connsiteY40" fmla="*/ 256299 h 457385"/>
              <a:gd name="connsiteX41" fmla="*/ 378983 w 590191"/>
              <a:gd name="connsiteY41" fmla="*/ 252506 h 457385"/>
              <a:gd name="connsiteX42" fmla="*/ 351638 w 590191"/>
              <a:gd name="connsiteY42" fmla="*/ 240370 h 457385"/>
              <a:gd name="connsiteX43" fmla="*/ 343283 w 590191"/>
              <a:gd name="connsiteY43" fmla="*/ 244163 h 457385"/>
              <a:gd name="connsiteX44" fmla="*/ 336446 w 590191"/>
              <a:gd name="connsiteY44" fmla="*/ 260850 h 457385"/>
              <a:gd name="connsiteX45" fmla="*/ 325053 w 590191"/>
              <a:gd name="connsiteY45" fmla="*/ 266160 h 457385"/>
              <a:gd name="connsiteX46" fmla="*/ 267324 w 590191"/>
              <a:gd name="connsiteY46" fmla="*/ 265401 h 457385"/>
              <a:gd name="connsiteX47" fmla="*/ 256690 w 590191"/>
              <a:gd name="connsiteY47" fmla="*/ 259333 h 457385"/>
              <a:gd name="connsiteX48" fmla="*/ 249853 w 590191"/>
              <a:gd name="connsiteY48" fmla="*/ 242645 h 457385"/>
              <a:gd name="connsiteX49" fmla="*/ 241498 w 590191"/>
              <a:gd name="connsiteY49" fmla="*/ 238853 h 457385"/>
              <a:gd name="connsiteX50" fmla="*/ 70591 w 590191"/>
              <a:gd name="connsiteY50" fmla="*/ 123556 h 457385"/>
              <a:gd name="connsiteX51" fmla="*/ 60716 w 590191"/>
              <a:gd name="connsiteY51" fmla="*/ 133417 h 457385"/>
              <a:gd name="connsiteX52" fmla="*/ 60716 w 590191"/>
              <a:gd name="connsiteY52" fmla="*/ 391317 h 457385"/>
              <a:gd name="connsiteX53" fmla="*/ 70591 w 590191"/>
              <a:gd name="connsiteY53" fmla="*/ 401937 h 457385"/>
              <a:gd name="connsiteX54" fmla="*/ 125281 w 590191"/>
              <a:gd name="connsiteY54" fmla="*/ 401937 h 457385"/>
              <a:gd name="connsiteX55" fmla="*/ 126800 w 590191"/>
              <a:gd name="connsiteY55" fmla="*/ 385249 h 457385"/>
              <a:gd name="connsiteX56" fmla="*/ 117685 w 590191"/>
              <a:gd name="connsiteY56" fmla="*/ 381456 h 457385"/>
              <a:gd name="connsiteX57" fmla="*/ 104012 w 590191"/>
              <a:gd name="connsiteY57" fmla="*/ 367044 h 457385"/>
              <a:gd name="connsiteX58" fmla="*/ 104012 w 590191"/>
              <a:gd name="connsiteY58" fmla="*/ 346564 h 457385"/>
              <a:gd name="connsiteX59" fmla="*/ 115406 w 590191"/>
              <a:gd name="connsiteY59" fmla="*/ 319257 h 457385"/>
              <a:gd name="connsiteX60" fmla="*/ 151107 w 590191"/>
              <a:gd name="connsiteY60" fmla="*/ 304845 h 457385"/>
              <a:gd name="connsiteX61" fmla="*/ 160222 w 590191"/>
              <a:gd name="connsiteY61" fmla="*/ 308638 h 457385"/>
              <a:gd name="connsiteX62" fmla="*/ 195163 w 590191"/>
              <a:gd name="connsiteY62" fmla="*/ 275262 h 457385"/>
              <a:gd name="connsiteX63" fmla="*/ 191365 w 590191"/>
              <a:gd name="connsiteY63" fmla="*/ 266160 h 457385"/>
              <a:gd name="connsiteX64" fmla="*/ 191365 w 590191"/>
              <a:gd name="connsiteY64" fmla="*/ 245680 h 457385"/>
              <a:gd name="connsiteX65" fmla="*/ 206557 w 590191"/>
              <a:gd name="connsiteY65" fmla="*/ 231268 h 457385"/>
              <a:gd name="connsiteX66" fmla="*/ 233902 w 590191"/>
              <a:gd name="connsiteY66" fmla="*/ 219890 h 457385"/>
              <a:gd name="connsiteX67" fmla="*/ 243777 w 590191"/>
              <a:gd name="connsiteY67" fmla="*/ 218373 h 457385"/>
              <a:gd name="connsiteX68" fmla="*/ 268843 w 590191"/>
              <a:gd name="connsiteY68" fmla="*/ 235060 h 457385"/>
              <a:gd name="connsiteX69" fmla="*/ 272641 w 590191"/>
              <a:gd name="connsiteY69" fmla="*/ 244163 h 457385"/>
              <a:gd name="connsiteX70" fmla="*/ 320495 w 590191"/>
              <a:gd name="connsiteY70" fmla="*/ 244921 h 457385"/>
              <a:gd name="connsiteX71" fmla="*/ 325053 w 590191"/>
              <a:gd name="connsiteY71" fmla="*/ 235819 h 457385"/>
              <a:gd name="connsiteX72" fmla="*/ 349359 w 590191"/>
              <a:gd name="connsiteY72" fmla="*/ 219890 h 457385"/>
              <a:gd name="connsiteX73" fmla="*/ 359994 w 590191"/>
              <a:gd name="connsiteY73" fmla="*/ 222165 h 457385"/>
              <a:gd name="connsiteX74" fmla="*/ 387339 w 590191"/>
              <a:gd name="connsiteY74" fmla="*/ 233543 h 457385"/>
              <a:gd name="connsiteX75" fmla="*/ 401771 w 590191"/>
              <a:gd name="connsiteY75" fmla="*/ 248714 h 457385"/>
              <a:gd name="connsiteX76" fmla="*/ 401011 w 590191"/>
              <a:gd name="connsiteY76" fmla="*/ 269194 h 457385"/>
              <a:gd name="connsiteX77" fmla="*/ 397213 w 590191"/>
              <a:gd name="connsiteY77" fmla="*/ 278296 h 457385"/>
              <a:gd name="connsiteX78" fmla="*/ 431395 w 590191"/>
              <a:gd name="connsiteY78" fmla="*/ 313189 h 457385"/>
              <a:gd name="connsiteX79" fmla="*/ 440510 w 590191"/>
              <a:gd name="connsiteY79" fmla="*/ 309396 h 457385"/>
              <a:gd name="connsiteX80" fmla="*/ 450385 w 590191"/>
              <a:gd name="connsiteY80" fmla="*/ 307120 h 457385"/>
              <a:gd name="connsiteX81" fmla="*/ 475451 w 590191"/>
              <a:gd name="connsiteY81" fmla="*/ 323808 h 457385"/>
              <a:gd name="connsiteX82" fmla="*/ 486085 w 590191"/>
              <a:gd name="connsiteY82" fmla="*/ 351874 h 457385"/>
              <a:gd name="connsiteX83" fmla="*/ 486085 w 590191"/>
              <a:gd name="connsiteY83" fmla="*/ 372354 h 457385"/>
              <a:gd name="connsiteX84" fmla="*/ 470893 w 590191"/>
              <a:gd name="connsiteY84" fmla="*/ 386766 h 457385"/>
              <a:gd name="connsiteX85" fmla="*/ 461778 w 590191"/>
              <a:gd name="connsiteY85" fmla="*/ 389800 h 457385"/>
              <a:gd name="connsiteX86" fmla="*/ 463298 w 590191"/>
              <a:gd name="connsiteY86" fmla="*/ 401937 h 457385"/>
              <a:gd name="connsiteX87" fmla="*/ 518747 w 590191"/>
              <a:gd name="connsiteY87" fmla="*/ 401937 h 457385"/>
              <a:gd name="connsiteX88" fmla="*/ 529382 w 590191"/>
              <a:gd name="connsiteY88" fmla="*/ 391317 h 457385"/>
              <a:gd name="connsiteX89" fmla="*/ 529382 w 590191"/>
              <a:gd name="connsiteY89" fmla="*/ 133417 h 457385"/>
              <a:gd name="connsiteX90" fmla="*/ 518747 w 590191"/>
              <a:gd name="connsiteY90" fmla="*/ 123556 h 457385"/>
              <a:gd name="connsiteX91" fmla="*/ 70591 w 590191"/>
              <a:gd name="connsiteY91" fmla="*/ 103076 h 457385"/>
              <a:gd name="connsiteX92" fmla="*/ 518747 w 590191"/>
              <a:gd name="connsiteY92" fmla="*/ 103076 h 457385"/>
              <a:gd name="connsiteX93" fmla="*/ 549131 w 590191"/>
              <a:gd name="connsiteY93" fmla="*/ 133417 h 457385"/>
              <a:gd name="connsiteX94" fmla="*/ 549131 w 590191"/>
              <a:gd name="connsiteY94" fmla="*/ 391317 h 457385"/>
              <a:gd name="connsiteX95" fmla="*/ 518747 w 590191"/>
              <a:gd name="connsiteY95" fmla="*/ 421658 h 457385"/>
              <a:gd name="connsiteX96" fmla="*/ 454182 w 590191"/>
              <a:gd name="connsiteY96" fmla="*/ 421658 h 457385"/>
              <a:gd name="connsiteX97" fmla="*/ 453423 w 590191"/>
              <a:gd name="connsiteY97" fmla="*/ 422417 h 457385"/>
              <a:gd name="connsiteX98" fmla="*/ 410126 w 590191"/>
              <a:gd name="connsiteY98" fmla="*/ 422417 h 457385"/>
              <a:gd name="connsiteX99" fmla="*/ 409367 w 590191"/>
              <a:gd name="connsiteY99" fmla="*/ 421658 h 457385"/>
              <a:gd name="connsiteX100" fmla="*/ 361513 w 590191"/>
              <a:gd name="connsiteY100" fmla="*/ 421658 h 457385"/>
              <a:gd name="connsiteX101" fmla="*/ 360753 w 590191"/>
              <a:gd name="connsiteY101" fmla="*/ 422417 h 457385"/>
              <a:gd name="connsiteX102" fmla="*/ 227066 w 590191"/>
              <a:gd name="connsiteY102" fmla="*/ 422417 h 457385"/>
              <a:gd name="connsiteX103" fmla="*/ 226306 w 590191"/>
              <a:gd name="connsiteY103" fmla="*/ 421658 h 457385"/>
              <a:gd name="connsiteX104" fmla="*/ 179212 w 590191"/>
              <a:gd name="connsiteY104" fmla="*/ 421658 h 457385"/>
              <a:gd name="connsiteX105" fmla="*/ 177692 w 590191"/>
              <a:gd name="connsiteY105" fmla="*/ 422417 h 457385"/>
              <a:gd name="connsiteX106" fmla="*/ 135156 w 590191"/>
              <a:gd name="connsiteY106" fmla="*/ 422417 h 457385"/>
              <a:gd name="connsiteX107" fmla="*/ 134396 w 590191"/>
              <a:gd name="connsiteY107" fmla="*/ 421658 h 457385"/>
              <a:gd name="connsiteX108" fmla="*/ 70591 w 590191"/>
              <a:gd name="connsiteY108" fmla="*/ 421658 h 457385"/>
              <a:gd name="connsiteX109" fmla="*/ 40207 w 590191"/>
              <a:gd name="connsiteY109" fmla="*/ 391317 h 457385"/>
              <a:gd name="connsiteX110" fmla="*/ 40207 w 590191"/>
              <a:gd name="connsiteY110" fmla="*/ 133417 h 457385"/>
              <a:gd name="connsiteX111" fmla="*/ 70591 w 590191"/>
              <a:gd name="connsiteY111" fmla="*/ 103076 h 457385"/>
              <a:gd name="connsiteX112" fmla="*/ 351635 w 590191"/>
              <a:gd name="connsiteY112" fmla="*/ 51538 h 457385"/>
              <a:gd name="connsiteX113" fmla="*/ 539256 w 590191"/>
              <a:gd name="connsiteY113" fmla="*/ 51538 h 457385"/>
              <a:gd name="connsiteX114" fmla="*/ 549131 w 590191"/>
              <a:gd name="connsiteY114" fmla="*/ 61393 h 457385"/>
              <a:gd name="connsiteX115" fmla="*/ 539256 w 590191"/>
              <a:gd name="connsiteY115" fmla="*/ 72007 h 457385"/>
              <a:gd name="connsiteX116" fmla="*/ 351635 w 590191"/>
              <a:gd name="connsiteY116" fmla="*/ 72007 h 457385"/>
              <a:gd name="connsiteX117" fmla="*/ 341760 w 590191"/>
              <a:gd name="connsiteY117" fmla="*/ 61393 h 457385"/>
              <a:gd name="connsiteX118" fmla="*/ 351635 w 590191"/>
              <a:gd name="connsiteY118" fmla="*/ 51538 h 457385"/>
              <a:gd name="connsiteX119" fmla="*/ 139026 w 590191"/>
              <a:gd name="connsiteY119" fmla="*/ 51538 h 457385"/>
              <a:gd name="connsiteX120" fmla="*/ 170934 w 590191"/>
              <a:gd name="connsiteY120" fmla="*/ 51538 h 457385"/>
              <a:gd name="connsiteX121" fmla="*/ 180810 w 590191"/>
              <a:gd name="connsiteY121" fmla="*/ 61393 h 457385"/>
              <a:gd name="connsiteX122" fmla="*/ 170934 w 590191"/>
              <a:gd name="connsiteY122" fmla="*/ 72007 h 457385"/>
              <a:gd name="connsiteX123" fmla="*/ 139026 w 590191"/>
              <a:gd name="connsiteY123" fmla="*/ 72007 h 457385"/>
              <a:gd name="connsiteX124" fmla="*/ 129150 w 590191"/>
              <a:gd name="connsiteY124" fmla="*/ 61393 h 457385"/>
              <a:gd name="connsiteX125" fmla="*/ 139026 w 590191"/>
              <a:gd name="connsiteY125" fmla="*/ 51538 h 457385"/>
              <a:gd name="connsiteX126" fmla="*/ 58513 w 590191"/>
              <a:gd name="connsiteY126" fmla="*/ 51538 h 457385"/>
              <a:gd name="connsiteX127" fmla="*/ 89644 w 590191"/>
              <a:gd name="connsiteY127" fmla="*/ 51538 h 457385"/>
              <a:gd name="connsiteX128" fmla="*/ 100274 w 590191"/>
              <a:gd name="connsiteY128" fmla="*/ 61393 h 457385"/>
              <a:gd name="connsiteX129" fmla="*/ 89644 w 590191"/>
              <a:gd name="connsiteY129" fmla="*/ 72007 h 457385"/>
              <a:gd name="connsiteX130" fmla="*/ 58513 w 590191"/>
              <a:gd name="connsiteY130" fmla="*/ 72007 h 457385"/>
              <a:gd name="connsiteX131" fmla="*/ 47883 w 590191"/>
              <a:gd name="connsiteY131" fmla="*/ 61393 h 457385"/>
              <a:gd name="connsiteX132" fmla="*/ 58513 w 590191"/>
              <a:gd name="connsiteY132" fmla="*/ 51538 h 457385"/>
              <a:gd name="connsiteX133" fmla="*/ 30383 w 590191"/>
              <a:gd name="connsiteY133" fmla="*/ 19721 h 457385"/>
              <a:gd name="connsiteX134" fmla="*/ 20509 w 590191"/>
              <a:gd name="connsiteY134" fmla="*/ 30341 h 457385"/>
              <a:gd name="connsiteX135" fmla="*/ 20509 w 590191"/>
              <a:gd name="connsiteY135" fmla="*/ 427044 h 457385"/>
              <a:gd name="connsiteX136" fmla="*/ 30383 w 590191"/>
              <a:gd name="connsiteY136" fmla="*/ 436905 h 457385"/>
              <a:gd name="connsiteX137" fmla="*/ 559808 w 590191"/>
              <a:gd name="connsiteY137" fmla="*/ 436905 h 457385"/>
              <a:gd name="connsiteX138" fmla="*/ 569682 w 590191"/>
              <a:gd name="connsiteY138" fmla="*/ 427044 h 457385"/>
              <a:gd name="connsiteX139" fmla="*/ 569682 w 590191"/>
              <a:gd name="connsiteY139" fmla="*/ 30341 h 457385"/>
              <a:gd name="connsiteX140" fmla="*/ 559808 w 590191"/>
              <a:gd name="connsiteY140" fmla="*/ 19721 h 457385"/>
              <a:gd name="connsiteX141" fmla="*/ 30383 w 590191"/>
              <a:gd name="connsiteY141" fmla="*/ 0 h 457385"/>
              <a:gd name="connsiteX142" fmla="*/ 559808 w 590191"/>
              <a:gd name="connsiteY142" fmla="*/ 0 h 457385"/>
              <a:gd name="connsiteX143" fmla="*/ 590191 w 590191"/>
              <a:gd name="connsiteY143" fmla="*/ 30341 h 457385"/>
              <a:gd name="connsiteX144" fmla="*/ 590191 w 590191"/>
              <a:gd name="connsiteY144" fmla="*/ 427044 h 457385"/>
              <a:gd name="connsiteX145" fmla="*/ 559808 w 590191"/>
              <a:gd name="connsiteY145" fmla="*/ 457385 h 457385"/>
              <a:gd name="connsiteX146" fmla="*/ 30383 w 590191"/>
              <a:gd name="connsiteY146" fmla="*/ 457385 h 457385"/>
              <a:gd name="connsiteX147" fmla="*/ 0 w 590191"/>
              <a:gd name="connsiteY147" fmla="*/ 427044 h 457385"/>
              <a:gd name="connsiteX148" fmla="*/ 0 w 590191"/>
              <a:gd name="connsiteY148" fmla="*/ 30341 h 457385"/>
              <a:gd name="connsiteX149" fmla="*/ 30383 w 590191"/>
              <a:gd name="connsiteY149" fmla="*/ 0 h 45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0191" h="457385">
                <a:moveTo>
                  <a:pt x="293909" y="355666"/>
                </a:moveTo>
                <a:cubicBezTo>
                  <a:pt x="287073" y="355666"/>
                  <a:pt x="280237" y="356425"/>
                  <a:pt x="273401" y="359459"/>
                </a:cubicBezTo>
                <a:cubicBezTo>
                  <a:pt x="255170" y="367044"/>
                  <a:pt x="242257" y="382973"/>
                  <a:pt x="238459" y="401937"/>
                </a:cubicBezTo>
                <a:lnTo>
                  <a:pt x="350119" y="401937"/>
                </a:lnTo>
                <a:cubicBezTo>
                  <a:pt x="349359" y="398144"/>
                  <a:pt x="347840" y="394351"/>
                  <a:pt x="347081" y="391317"/>
                </a:cubicBezTo>
                <a:cubicBezTo>
                  <a:pt x="337966" y="369320"/>
                  <a:pt x="317457" y="355666"/>
                  <a:pt x="293909" y="355666"/>
                </a:cubicBezTo>
                <a:close/>
                <a:moveTo>
                  <a:pt x="241498" y="238853"/>
                </a:moveTo>
                <a:lnTo>
                  <a:pt x="213393" y="250231"/>
                </a:lnTo>
                <a:cubicBezTo>
                  <a:pt x="211874" y="250989"/>
                  <a:pt x="211114" y="251748"/>
                  <a:pt x="210355" y="253265"/>
                </a:cubicBezTo>
                <a:cubicBezTo>
                  <a:pt x="209595" y="254782"/>
                  <a:pt x="209595" y="257058"/>
                  <a:pt x="210355" y="258575"/>
                </a:cubicBezTo>
                <a:lnTo>
                  <a:pt x="216431" y="275262"/>
                </a:lnTo>
                <a:cubicBezTo>
                  <a:pt x="218710" y="279813"/>
                  <a:pt x="217191" y="285123"/>
                  <a:pt x="212633" y="287399"/>
                </a:cubicBezTo>
                <a:cubicBezTo>
                  <a:pt x="196682" y="298018"/>
                  <a:pt x="183010" y="310913"/>
                  <a:pt x="171616" y="326842"/>
                </a:cubicBezTo>
                <a:cubicBezTo>
                  <a:pt x="169337" y="331393"/>
                  <a:pt x="164020" y="332910"/>
                  <a:pt x="159462" y="330635"/>
                </a:cubicBezTo>
                <a:lnTo>
                  <a:pt x="142751" y="323808"/>
                </a:lnTo>
                <a:cubicBezTo>
                  <a:pt x="139713" y="322291"/>
                  <a:pt x="135915" y="323808"/>
                  <a:pt x="134396" y="326842"/>
                </a:cubicBezTo>
                <a:lnTo>
                  <a:pt x="122243" y="354149"/>
                </a:lnTo>
                <a:cubicBezTo>
                  <a:pt x="122243" y="355666"/>
                  <a:pt x="122243" y="357942"/>
                  <a:pt x="122243" y="359459"/>
                </a:cubicBezTo>
                <a:cubicBezTo>
                  <a:pt x="123002" y="360976"/>
                  <a:pt x="124521" y="361735"/>
                  <a:pt x="126040" y="362493"/>
                </a:cubicBezTo>
                <a:lnTo>
                  <a:pt x="142751" y="370078"/>
                </a:lnTo>
                <a:cubicBezTo>
                  <a:pt x="147309" y="371596"/>
                  <a:pt x="149588" y="376905"/>
                  <a:pt x="148828" y="381456"/>
                </a:cubicBezTo>
                <a:cubicBezTo>
                  <a:pt x="147309" y="387525"/>
                  <a:pt x="145790" y="394351"/>
                  <a:pt x="145790" y="401937"/>
                </a:cubicBezTo>
                <a:lnTo>
                  <a:pt x="168577" y="401937"/>
                </a:lnTo>
                <a:cubicBezTo>
                  <a:pt x="172375" y="354149"/>
                  <a:pt x="202759" y="312430"/>
                  <a:pt x="247575" y="294984"/>
                </a:cubicBezTo>
                <a:cubicBezTo>
                  <a:pt x="262766" y="288916"/>
                  <a:pt x="277958" y="285882"/>
                  <a:pt x="293909" y="285882"/>
                </a:cubicBezTo>
                <a:cubicBezTo>
                  <a:pt x="346321" y="285882"/>
                  <a:pt x="392656" y="316981"/>
                  <a:pt x="411646" y="365527"/>
                </a:cubicBezTo>
                <a:cubicBezTo>
                  <a:pt x="416203" y="376905"/>
                  <a:pt x="419241" y="389042"/>
                  <a:pt x="420001" y="401937"/>
                </a:cubicBezTo>
                <a:lnTo>
                  <a:pt x="442789" y="401937"/>
                </a:lnTo>
                <a:cubicBezTo>
                  <a:pt x="442029" y="395868"/>
                  <a:pt x="441270" y="390559"/>
                  <a:pt x="440510" y="385249"/>
                </a:cubicBezTo>
                <a:cubicBezTo>
                  <a:pt x="439750" y="380698"/>
                  <a:pt x="442789" y="376147"/>
                  <a:pt x="446587" y="374630"/>
                </a:cubicBezTo>
                <a:lnTo>
                  <a:pt x="464057" y="367803"/>
                </a:lnTo>
                <a:cubicBezTo>
                  <a:pt x="465576" y="367044"/>
                  <a:pt x="466336" y="365527"/>
                  <a:pt x="467096" y="364010"/>
                </a:cubicBezTo>
                <a:cubicBezTo>
                  <a:pt x="467855" y="362493"/>
                  <a:pt x="467855" y="360976"/>
                  <a:pt x="467096" y="359459"/>
                </a:cubicBezTo>
                <a:lnTo>
                  <a:pt x="456461" y="331393"/>
                </a:lnTo>
                <a:cubicBezTo>
                  <a:pt x="454942" y="328359"/>
                  <a:pt x="451144" y="326842"/>
                  <a:pt x="448106" y="328359"/>
                </a:cubicBezTo>
                <a:lnTo>
                  <a:pt x="431395" y="334428"/>
                </a:lnTo>
                <a:cubicBezTo>
                  <a:pt x="426837" y="336703"/>
                  <a:pt x="421520" y="335186"/>
                  <a:pt x="418482" y="330635"/>
                </a:cubicBezTo>
                <a:cubicBezTo>
                  <a:pt x="408607" y="314706"/>
                  <a:pt x="394935" y="301052"/>
                  <a:pt x="378983" y="289674"/>
                </a:cubicBezTo>
                <a:cubicBezTo>
                  <a:pt x="375185" y="287399"/>
                  <a:pt x="373666" y="282089"/>
                  <a:pt x="375185" y="277538"/>
                </a:cubicBezTo>
                <a:lnTo>
                  <a:pt x="382781" y="260850"/>
                </a:lnTo>
                <a:cubicBezTo>
                  <a:pt x="383541" y="259333"/>
                  <a:pt x="383541" y="257816"/>
                  <a:pt x="382781" y="256299"/>
                </a:cubicBezTo>
                <a:cubicBezTo>
                  <a:pt x="382022" y="254023"/>
                  <a:pt x="380502" y="253265"/>
                  <a:pt x="378983" y="252506"/>
                </a:cubicBezTo>
                <a:lnTo>
                  <a:pt x="351638" y="240370"/>
                </a:lnTo>
                <a:cubicBezTo>
                  <a:pt x="348600" y="239611"/>
                  <a:pt x="344802" y="241128"/>
                  <a:pt x="343283" y="244163"/>
                </a:cubicBezTo>
                <a:lnTo>
                  <a:pt x="336446" y="260850"/>
                </a:lnTo>
                <a:cubicBezTo>
                  <a:pt x="334168" y="264643"/>
                  <a:pt x="329610" y="267677"/>
                  <a:pt x="325053" y="266160"/>
                </a:cubicBezTo>
                <a:cubicBezTo>
                  <a:pt x="306063" y="262367"/>
                  <a:pt x="286314" y="262367"/>
                  <a:pt x="267324" y="265401"/>
                </a:cubicBezTo>
                <a:cubicBezTo>
                  <a:pt x="262766" y="266918"/>
                  <a:pt x="258209" y="263884"/>
                  <a:pt x="256690" y="259333"/>
                </a:cubicBezTo>
                <a:lnTo>
                  <a:pt x="249853" y="242645"/>
                </a:lnTo>
                <a:cubicBezTo>
                  <a:pt x="248334" y="239611"/>
                  <a:pt x="244536" y="238094"/>
                  <a:pt x="241498" y="238853"/>
                </a:cubicBezTo>
                <a:close/>
                <a:moveTo>
                  <a:pt x="70591" y="123556"/>
                </a:moveTo>
                <a:cubicBezTo>
                  <a:pt x="65273" y="123556"/>
                  <a:pt x="60716" y="128107"/>
                  <a:pt x="60716" y="133417"/>
                </a:cubicBezTo>
                <a:lnTo>
                  <a:pt x="60716" y="391317"/>
                </a:lnTo>
                <a:cubicBezTo>
                  <a:pt x="60716" y="397386"/>
                  <a:pt x="65273" y="401937"/>
                  <a:pt x="70591" y="401937"/>
                </a:cubicBezTo>
                <a:lnTo>
                  <a:pt x="125281" y="401937"/>
                </a:lnTo>
                <a:cubicBezTo>
                  <a:pt x="126040" y="395868"/>
                  <a:pt x="126040" y="390559"/>
                  <a:pt x="126800" y="385249"/>
                </a:cubicBezTo>
                <a:lnTo>
                  <a:pt x="117685" y="381456"/>
                </a:lnTo>
                <a:cubicBezTo>
                  <a:pt x="111608" y="378422"/>
                  <a:pt x="106291" y="373113"/>
                  <a:pt x="104012" y="367044"/>
                </a:cubicBezTo>
                <a:cubicBezTo>
                  <a:pt x="100974" y="360218"/>
                  <a:pt x="100974" y="352632"/>
                  <a:pt x="104012" y="346564"/>
                </a:cubicBezTo>
                <a:lnTo>
                  <a:pt x="115406" y="319257"/>
                </a:lnTo>
                <a:cubicBezTo>
                  <a:pt x="121483" y="305603"/>
                  <a:pt x="137434" y="299535"/>
                  <a:pt x="151107" y="304845"/>
                </a:cubicBezTo>
                <a:lnTo>
                  <a:pt x="160222" y="308638"/>
                </a:lnTo>
                <a:cubicBezTo>
                  <a:pt x="170097" y="295743"/>
                  <a:pt x="181490" y="284365"/>
                  <a:pt x="195163" y="275262"/>
                </a:cubicBezTo>
                <a:lnTo>
                  <a:pt x="191365" y="266160"/>
                </a:lnTo>
                <a:cubicBezTo>
                  <a:pt x="188327" y="259333"/>
                  <a:pt x="188327" y="251748"/>
                  <a:pt x="191365" y="245680"/>
                </a:cubicBezTo>
                <a:cubicBezTo>
                  <a:pt x="194403" y="238853"/>
                  <a:pt x="199720" y="233543"/>
                  <a:pt x="206557" y="231268"/>
                </a:cubicBezTo>
                <a:lnTo>
                  <a:pt x="233902" y="219890"/>
                </a:lnTo>
                <a:cubicBezTo>
                  <a:pt x="236940" y="219131"/>
                  <a:pt x="240738" y="218373"/>
                  <a:pt x="243777" y="218373"/>
                </a:cubicBezTo>
                <a:cubicBezTo>
                  <a:pt x="254411" y="218373"/>
                  <a:pt x="264285" y="225199"/>
                  <a:pt x="268843" y="235060"/>
                </a:cubicBezTo>
                <a:lnTo>
                  <a:pt x="272641" y="244163"/>
                </a:lnTo>
                <a:cubicBezTo>
                  <a:pt x="288592" y="242645"/>
                  <a:pt x="304544" y="242645"/>
                  <a:pt x="320495" y="244921"/>
                </a:cubicBezTo>
                <a:lnTo>
                  <a:pt x="325053" y="235819"/>
                </a:lnTo>
                <a:cubicBezTo>
                  <a:pt x="328850" y="225958"/>
                  <a:pt x="338725" y="219890"/>
                  <a:pt x="349359" y="219890"/>
                </a:cubicBezTo>
                <a:cubicBezTo>
                  <a:pt x="353157" y="219890"/>
                  <a:pt x="356196" y="220648"/>
                  <a:pt x="359994" y="222165"/>
                </a:cubicBezTo>
                <a:lnTo>
                  <a:pt x="387339" y="233543"/>
                </a:lnTo>
                <a:cubicBezTo>
                  <a:pt x="394175" y="236577"/>
                  <a:pt x="398733" y="241887"/>
                  <a:pt x="401771" y="248714"/>
                </a:cubicBezTo>
                <a:cubicBezTo>
                  <a:pt x="404050" y="255540"/>
                  <a:pt x="404050" y="262367"/>
                  <a:pt x="401011" y="269194"/>
                </a:cubicBezTo>
                <a:lnTo>
                  <a:pt x="397213" y="278296"/>
                </a:lnTo>
                <a:cubicBezTo>
                  <a:pt x="410126" y="288157"/>
                  <a:pt x="421520" y="299535"/>
                  <a:pt x="431395" y="313189"/>
                </a:cubicBezTo>
                <a:lnTo>
                  <a:pt x="440510" y="309396"/>
                </a:lnTo>
                <a:cubicBezTo>
                  <a:pt x="443548" y="307879"/>
                  <a:pt x="446587" y="307120"/>
                  <a:pt x="450385" y="307120"/>
                </a:cubicBezTo>
                <a:cubicBezTo>
                  <a:pt x="461019" y="307120"/>
                  <a:pt x="470893" y="313947"/>
                  <a:pt x="475451" y="323808"/>
                </a:cubicBezTo>
                <a:lnTo>
                  <a:pt x="486085" y="351874"/>
                </a:lnTo>
                <a:cubicBezTo>
                  <a:pt x="489124" y="358700"/>
                  <a:pt x="488364" y="365527"/>
                  <a:pt x="486085" y="372354"/>
                </a:cubicBezTo>
                <a:cubicBezTo>
                  <a:pt x="483047" y="378422"/>
                  <a:pt x="477730" y="383732"/>
                  <a:pt x="470893" y="386766"/>
                </a:cubicBezTo>
                <a:lnTo>
                  <a:pt x="461778" y="389800"/>
                </a:lnTo>
                <a:cubicBezTo>
                  <a:pt x="462538" y="393593"/>
                  <a:pt x="462538" y="398144"/>
                  <a:pt x="463298" y="401937"/>
                </a:cubicBezTo>
                <a:lnTo>
                  <a:pt x="518747" y="401937"/>
                </a:lnTo>
                <a:cubicBezTo>
                  <a:pt x="524824" y="401937"/>
                  <a:pt x="529382" y="397386"/>
                  <a:pt x="529382" y="391317"/>
                </a:cubicBezTo>
                <a:lnTo>
                  <a:pt x="529382" y="133417"/>
                </a:lnTo>
                <a:cubicBezTo>
                  <a:pt x="529382" y="128107"/>
                  <a:pt x="524824" y="123556"/>
                  <a:pt x="518747" y="123556"/>
                </a:cubicBezTo>
                <a:close/>
                <a:moveTo>
                  <a:pt x="70591" y="103076"/>
                </a:moveTo>
                <a:lnTo>
                  <a:pt x="518747" y="103076"/>
                </a:lnTo>
                <a:cubicBezTo>
                  <a:pt x="535458" y="103076"/>
                  <a:pt x="549131" y="116730"/>
                  <a:pt x="549131" y="133417"/>
                </a:cubicBezTo>
                <a:lnTo>
                  <a:pt x="549131" y="391317"/>
                </a:lnTo>
                <a:cubicBezTo>
                  <a:pt x="549131" y="408005"/>
                  <a:pt x="535458" y="421658"/>
                  <a:pt x="518747" y="421658"/>
                </a:cubicBezTo>
                <a:lnTo>
                  <a:pt x="454182" y="421658"/>
                </a:lnTo>
                <a:cubicBezTo>
                  <a:pt x="453423" y="421658"/>
                  <a:pt x="453423" y="422417"/>
                  <a:pt x="453423" y="422417"/>
                </a:cubicBezTo>
                <a:lnTo>
                  <a:pt x="410126" y="422417"/>
                </a:lnTo>
                <a:cubicBezTo>
                  <a:pt x="410126" y="422417"/>
                  <a:pt x="409367" y="421658"/>
                  <a:pt x="409367" y="421658"/>
                </a:cubicBezTo>
                <a:lnTo>
                  <a:pt x="361513" y="421658"/>
                </a:lnTo>
                <a:cubicBezTo>
                  <a:pt x="361513" y="421658"/>
                  <a:pt x="361513" y="422417"/>
                  <a:pt x="360753" y="422417"/>
                </a:cubicBezTo>
                <a:lnTo>
                  <a:pt x="227066" y="422417"/>
                </a:lnTo>
                <a:cubicBezTo>
                  <a:pt x="227066" y="422417"/>
                  <a:pt x="227066" y="421658"/>
                  <a:pt x="226306" y="421658"/>
                </a:cubicBezTo>
                <a:lnTo>
                  <a:pt x="179212" y="421658"/>
                </a:lnTo>
                <a:cubicBezTo>
                  <a:pt x="178452" y="421658"/>
                  <a:pt x="178452" y="422417"/>
                  <a:pt x="177692" y="422417"/>
                </a:cubicBezTo>
                <a:lnTo>
                  <a:pt x="135156" y="422417"/>
                </a:lnTo>
                <a:cubicBezTo>
                  <a:pt x="135156" y="422417"/>
                  <a:pt x="134396" y="421658"/>
                  <a:pt x="134396" y="421658"/>
                </a:cubicBezTo>
                <a:lnTo>
                  <a:pt x="70591" y="421658"/>
                </a:lnTo>
                <a:cubicBezTo>
                  <a:pt x="53880" y="421658"/>
                  <a:pt x="40207" y="408005"/>
                  <a:pt x="40207" y="391317"/>
                </a:cubicBezTo>
                <a:lnTo>
                  <a:pt x="40207" y="133417"/>
                </a:lnTo>
                <a:cubicBezTo>
                  <a:pt x="40207" y="116730"/>
                  <a:pt x="53880" y="103076"/>
                  <a:pt x="70591" y="103076"/>
                </a:cubicBezTo>
                <a:close/>
                <a:moveTo>
                  <a:pt x="351635" y="51538"/>
                </a:moveTo>
                <a:lnTo>
                  <a:pt x="539256" y="51538"/>
                </a:lnTo>
                <a:cubicBezTo>
                  <a:pt x="544573" y="51538"/>
                  <a:pt x="549131" y="56087"/>
                  <a:pt x="549131" y="61393"/>
                </a:cubicBezTo>
                <a:cubicBezTo>
                  <a:pt x="549131" y="67458"/>
                  <a:pt x="544573" y="72007"/>
                  <a:pt x="539256" y="72007"/>
                </a:cubicBezTo>
                <a:lnTo>
                  <a:pt x="351635" y="72007"/>
                </a:lnTo>
                <a:cubicBezTo>
                  <a:pt x="346318" y="72007"/>
                  <a:pt x="341760" y="67458"/>
                  <a:pt x="341760" y="61393"/>
                </a:cubicBezTo>
                <a:cubicBezTo>
                  <a:pt x="341760" y="56087"/>
                  <a:pt x="346318" y="51538"/>
                  <a:pt x="351635" y="51538"/>
                </a:cubicBezTo>
                <a:close/>
                <a:moveTo>
                  <a:pt x="139026" y="51538"/>
                </a:moveTo>
                <a:lnTo>
                  <a:pt x="170934" y="51538"/>
                </a:lnTo>
                <a:cubicBezTo>
                  <a:pt x="176252" y="51538"/>
                  <a:pt x="180810" y="56087"/>
                  <a:pt x="180810" y="61393"/>
                </a:cubicBezTo>
                <a:cubicBezTo>
                  <a:pt x="180810" y="67458"/>
                  <a:pt x="176252" y="72007"/>
                  <a:pt x="170934" y="72007"/>
                </a:cubicBezTo>
                <a:lnTo>
                  <a:pt x="139026" y="72007"/>
                </a:lnTo>
                <a:cubicBezTo>
                  <a:pt x="133708" y="72007"/>
                  <a:pt x="129150" y="67458"/>
                  <a:pt x="129150" y="61393"/>
                </a:cubicBezTo>
                <a:cubicBezTo>
                  <a:pt x="129150" y="56087"/>
                  <a:pt x="133708" y="51538"/>
                  <a:pt x="139026" y="51538"/>
                </a:cubicBezTo>
                <a:close/>
                <a:moveTo>
                  <a:pt x="58513" y="51538"/>
                </a:moveTo>
                <a:lnTo>
                  <a:pt x="89644" y="51538"/>
                </a:lnTo>
                <a:cubicBezTo>
                  <a:pt x="95718" y="51538"/>
                  <a:pt x="100274" y="56087"/>
                  <a:pt x="100274" y="61393"/>
                </a:cubicBezTo>
                <a:cubicBezTo>
                  <a:pt x="100274" y="67458"/>
                  <a:pt x="95718" y="72007"/>
                  <a:pt x="89644" y="72007"/>
                </a:cubicBezTo>
                <a:lnTo>
                  <a:pt x="58513" y="72007"/>
                </a:lnTo>
                <a:cubicBezTo>
                  <a:pt x="52439" y="72007"/>
                  <a:pt x="47883" y="67458"/>
                  <a:pt x="47883" y="61393"/>
                </a:cubicBezTo>
                <a:cubicBezTo>
                  <a:pt x="47883" y="56087"/>
                  <a:pt x="52439" y="51538"/>
                  <a:pt x="58513" y="51538"/>
                </a:cubicBezTo>
                <a:close/>
                <a:moveTo>
                  <a:pt x="30383" y="19721"/>
                </a:moveTo>
                <a:cubicBezTo>
                  <a:pt x="25066" y="19721"/>
                  <a:pt x="20509" y="24273"/>
                  <a:pt x="20509" y="30341"/>
                </a:cubicBezTo>
                <a:lnTo>
                  <a:pt x="20509" y="427044"/>
                </a:lnTo>
                <a:cubicBezTo>
                  <a:pt x="20509" y="432354"/>
                  <a:pt x="25066" y="436905"/>
                  <a:pt x="30383" y="436905"/>
                </a:cubicBezTo>
                <a:lnTo>
                  <a:pt x="559808" y="436905"/>
                </a:lnTo>
                <a:cubicBezTo>
                  <a:pt x="565125" y="436905"/>
                  <a:pt x="569682" y="432354"/>
                  <a:pt x="569682" y="427044"/>
                </a:cubicBezTo>
                <a:lnTo>
                  <a:pt x="569682" y="30341"/>
                </a:lnTo>
                <a:cubicBezTo>
                  <a:pt x="569682" y="24273"/>
                  <a:pt x="565125" y="19721"/>
                  <a:pt x="559808" y="19721"/>
                </a:cubicBezTo>
                <a:close/>
                <a:moveTo>
                  <a:pt x="30383" y="0"/>
                </a:moveTo>
                <a:lnTo>
                  <a:pt x="559808" y="0"/>
                </a:lnTo>
                <a:cubicBezTo>
                  <a:pt x="576519" y="0"/>
                  <a:pt x="590191" y="13653"/>
                  <a:pt x="590191" y="30341"/>
                </a:cubicBezTo>
                <a:lnTo>
                  <a:pt x="590191" y="427044"/>
                </a:lnTo>
                <a:cubicBezTo>
                  <a:pt x="590191" y="443732"/>
                  <a:pt x="576519" y="457385"/>
                  <a:pt x="559808" y="457385"/>
                </a:cubicBezTo>
                <a:lnTo>
                  <a:pt x="30383" y="457385"/>
                </a:lnTo>
                <a:cubicBezTo>
                  <a:pt x="13672" y="457385"/>
                  <a:pt x="0" y="443732"/>
                  <a:pt x="0" y="427044"/>
                </a:cubicBezTo>
                <a:lnTo>
                  <a:pt x="0" y="30341"/>
                </a:lnTo>
                <a:cubicBezTo>
                  <a:pt x="0" y="13653"/>
                  <a:pt x="13672" y="0"/>
                  <a:pt x="30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" name="文本占位符 30">
            <a:extLst>
              <a:ext uri="{FF2B5EF4-FFF2-40B4-BE49-F238E27FC236}">
                <a16:creationId xmlns:a16="http://schemas.microsoft.com/office/drawing/2014/main" id="{01FBD3CE-698F-65D3-4049-D4FD98AC43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62488" y="1512920"/>
            <a:ext cx="4434152" cy="584200"/>
          </a:xfrm>
        </p:spPr>
        <p:txBody>
          <a:bodyPr anchor="ctr"/>
          <a:lstStyle>
            <a:lvl1pPr>
              <a:buNone/>
              <a:defRPr lang="zh-CN" altLang="en-US" sz="26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32" name="文本占位符 30">
            <a:extLst>
              <a:ext uri="{FF2B5EF4-FFF2-40B4-BE49-F238E27FC236}">
                <a16:creationId xmlns:a16="http://schemas.microsoft.com/office/drawing/2014/main" id="{BEA25D18-5189-BF7C-DB38-35E6CE90A5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62488" y="2437586"/>
            <a:ext cx="4434152" cy="584200"/>
          </a:xfrm>
        </p:spPr>
        <p:txBody>
          <a:bodyPr anchor="ctr"/>
          <a:lstStyle>
            <a:lvl1pPr>
              <a:buNone/>
              <a:defRPr lang="zh-CN" altLang="en-US" sz="26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33" name="文本占位符 30">
            <a:extLst>
              <a:ext uri="{FF2B5EF4-FFF2-40B4-BE49-F238E27FC236}">
                <a16:creationId xmlns:a16="http://schemas.microsoft.com/office/drawing/2014/main" id="{B279BC74-A3DC-9857-734D-88F9F36F5D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62488" y="3361694"/>
            <a:ext cx="4434152" cy="584200"/>
          </a:xfrm>
        </p:spPr>
        <p:txBody>
          <a:bodyPr anchor="ctr"/>
          <a:lstStyle>
            <a:lvl1pPr>
              <a:buNone/>
              <a:defRPr lang="zh-CN" altLang="en-US" sz="26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34" name="文本占位符 30">
            <a:extLst>
              <a:ext uri="{FF2B5EF4-FFF2-40B4-BE49-F238E27FC236}">
                <a16:creationId xmlns:a16="http://schemas.microsoft.com/office/drawing/2014/main" id="{547F6F8B-7CE3-66A4-DAD1-A3943134FB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62488" y="4285793"/>
            <a:ext cx="4434152" cy="584200"/>
          </a:xfrm>
        </p:spPr>
        <p:txBody>
          <a:bodyPr anchor="ctr"/>
          <a:lstStyle>
            <a:lvl1pPr>
              <a:buNone/>
              <a:defRPr lang="zh-CN" altLang="en-US" sz="26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35" name="文本占位符 30">
            <a:extLst>
              <a:ext uri="{FF2B5EF4-FFF2-40B4-BE49-F238E27FC236}">
                <a16:creationId xmlns:a16="http://schemas.microsoft.com/office/drawing/2014/main" id="{E6AFF012-4CC9-95D9-9FE8-678A4D1B4B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62488" y="5209320"/>
            <a:ext cx="4434152" cy="584200"/>
          </a:xfrm>
        </p:spPr>
        <p:txBody>
          <a:bodyPr anchor="ctr"/>
          <a:lstStyle>
            <a:lvl1pPr>
              <a:buNone/>
              <a:defRPr lang="zh-CN" altLang="en-US" sz="26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8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8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132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gwheels_376015">
            <a:extLst>
              <a:ext uri="{FF2B5EF4-FFF2-40B4-BE49-F238E27FC236}">
                <a16:creationId xmlns:a16="http://schemas.microsoft.com/office/drawing/2014/main" id="{E685C4DB-5806-8650-07C0-367340F63022}"/>
              </a:ext>
            </a:extLst>
          </p:cNvPr>
          <p:cNvSpPr/>
          <p:nvPr userDrawn="1"/>
        </p:nvSpPr>
        <p:spPr>
          <a:xfrm>
            <a:off x="474668" y="1961118"/>
            <a:ext cx="1894097" cy="1467882"/>
          </a:xfrm>
          <a:custGeom>
            <a:avLst/>
            <a:gdLst>
              <a:gd name="connsiteX0" fmla="*/ 293909 w 590191"/>
              <a:gd name="connsiteY0" fmla="*/ 355666 h 457385"/>
              <a:gd name="connsiteX1" fmla="*/ 273401 w 590191"/>
              <a:gd name="connsiteY1" fmla="*/ 359459 h 457385"/>
              <a:gd name="connsiteX2" fmla="*/ 238459 w 590191"/>
              <a:gd name="connsiteY2" fmla="*/ 401937 h 457385"/>
              <a:gd name="connsiteX3" fmla="*/ 350119 w 590191"/>
              <a:gd name="connsiteY3" fmla="*/ 401937 h 457385"/>
              <a:gd name="connsiteX4" fmla="*/ 347081 w 590191"/>
              <a:gd name="connsiteY4" fmla="*/ 391317 h 457385"/>
              <a:gd name="connsiteX5" fmla="*/ 293909 w 590191"/>
              <a:gd name="connsiteY5" fmla="*/ 355666 h 457385"/>
              <a:gd name="connsiteX6" fmla="*/ 241498 w 590191"/>
              <a:gd name="connsiteY6" fmla="*/ 238853 h 457385"/>
              <a:gd name="connsiteX7" fmla="*/ 213393 w 590191"/>
              <a:gd name="connsiteY7" fmla="*/ 250231 h 457385"/>
              <a:gd name="connsiteX8" fmla="*/ 210355 w 590191"/>
              <a:gd name="connsiteY8" fmla="*/ 253265 h 457385"/>
              <a:gd name="connsiteX9" fmla="*/ 210355 w 590191"/>
              <a:gd name="connsiteY9" fmla="*/ 258575 h 457385"/>
              <a:gd name="connsiteX10" fmla="*/ 216431 w 590191"/>
              <a:gd name="connsiteY10" fmla="*/ 275262 h 457385"/>
              <a:gd name="connsiteX11" fmla="*/ 212633 w 590191"/>
              <a:gd name="connsiteY11" fmla="*/ 287399 h 457385"/>
              <a:gd name="connsiteX12" fmla="*/ 171616 w 590191"/>
              <a:gd name="connsiteY12" fmla="*/ 326842 h 457385"/>
              <a:gd name="connsiteX13" fmla="*/ 159462 w 590191"/>
              <a:gd name="connsiteY13" fmla="*/ 330635 h 457385"/>
              <a:gd name="connsiteX14" fmla="*/ 142751 w 590191"/>
              <a:gd name="connsiteY14" fmla="*/ 323808 h 457385"/>
              <a:gd name="connsiteX15" fmla="*/ 134396 w 590191"/>
              <a:gd name="connsiteY15" fmla="*/ 326842 h 457385"/>
              <a:gd name="connsiteX16" fmla="*/ 122243 w 590191"/>
              <a:gd name="connsiteY16" fmla="*/ 354149 h 457385"/>
              <a:gd name="connsiteX17" fmla="*/ 122243 w 590191"/>
              <a:gd name="connsiteY17" fmla="*/ 359459 h 457385"/>
              <a:gd name="connsiteX18" fmla="*/ 126040 w 590191"/>
              <a:gd name="connsiteY18" fmla="*/ 362493 h 457385"/>
              <a:gd name="connsiteX19" fmla="*/ 142751 w 590191"/>
              <a:gd name="connsiteY19" fmla="*/ 370078 h 457385"/>
              <a:gd name="connsiteX20" fmla="*/ 148828 w 590191"/>
              <a:gd name="connsiteY20" fmla="*/ 381456 h 457385"/>
              <a:gd name="connsiteX21" fmla="*/ 145790 w 590191"/>
              <a:gd name="connsiteY21" fmla="*/ 401937 h 457385"/>
              <a:gd name="connsiteX22" fmla="*/ 168577 w 590191"/>
              <a:gd name="connsiteY22" fmla="*/ 401937 h 457385"/>
              <a:gd name="connsiteX23" fmla="*/ 247575 w 590191"/>
              <a:gd name="connsiteY23" fmla="*/ 294984 h 457385"/>
              <a:gd name="connsiteX24" fmla="*/ 293909 w 590191"/>
              <a:gd name="connsiteY24" fmla="*/ 285882 h 457385"/>
              <a:gd name="connsiteX25" fmla="*/ 411646 w 590191"/>
              <a:gd name="connsiteY25" fmla="*/ 365527 h 457385"/>
              <a:gd name="connsiteX26" fmla="*/ 420001 w 590191"/>
              <a:gd name="connsiteY26" fmla="*/ 401937 h 457385"/>
              <a:gd name="connsiteX27" fmla="*/ 442789 w 590191"/>
              <a:gd name="connsiteY27" fmla="*/ 401937 h 457385"/>
              <a:gd name="connsiteX28" fmla="*/ 440510 w 590191"/>
              <a:gd name="connsiteY28" fmla="*/ 385249 h 457385"/>
              <a:gd name="connsiteX29" fmla="*/ 446587 w 590191"/>
              <a:gd name="connsiteY29" fmla="*/ 374630 h 457385"/>
              <a:gd name="connsiteX30" fmla="*/ 464057 w 590191"/>
              <a:gd name="connsiteY30" fmla="*/ 367803 h 457385"/>
              <a:gd name="connsiteX31" fmla="*/ 467096 w 590191"/>
              <a:gd name="connsiteY31" fmla="*/ 364010 h 457385"/>
              <a:gd name="connsiteX32" fmla="*/ 467096 w 590191"/>
              <a:gd name="connsiteY32" fmla="*/ 359459 h 457385"/>
              <a:gd name="connsiteX33" fmla="*/ 456461 w 590191"/>
              <a:gd name="connsiteY33" fmla="*/ 331393 h 457385"/>
              <a:gd name="connsiteX34" fmla="*/ 448106 w 590191"/>
              <a:gd name="connsiteY34" fmla="*/ 328359 h 457385"/>
              <a:gd name="connsiteX35" fmla="*/ 431395 w 590191"/>
              <a:gd name="connsiteY35" fmla="*/ 334428 h 457385"/>
              <a:gd name="connsiteX36" fmla="*/ 418482 w 590191"/>
              <a:gd name="connsiteY36" fmla="*/ 330635 h 457385"/>
              <a:gd name="connsiteX37" fmla="*/ 378983 w 590191"/>
              <a:gd name="connsiteY37" fmla="*/ 289674 h 457385"/>
              <a:gd name="connsiteX38" fmla="*/ 375185 w 590191"/>
              <a:gd name="connsiteY38" fmla="*/ 277538 h 457385"/>
              <a:gd name="connsiteX39" fmla="*/ 382781 w 590191"/>
              <a:gd name="connsiteY39" fmla="*/ 260850 h 457385"/>
              <a:gd name="connsiteX40" fmla="*/ 382781 w 590191"/>
              <a:gd name="connsiteY40" fmla="*/ 256299 h 457385"/>
              <a:gd name="connsiteX41" fmla="*/ 378983 w 590191"/>
              <a:gd name="connsiteY41" fmla="*/ 252506 h 457385"/>
              <a:gd name="connsiteX42" fmla="*/ 351638 w 590191"/>
              <a:gd name="connsiteY42" fmla="*/ 240370 h 457385"/>
              <a:gd name="connsiteX43" fmla="*/ 343283 w 590191"/>
              <a:gd name="connsiteY43" fmla="*/ 244163 h 457385"/>
              <a:gd name="connsiteX44" fmla="*/ 336446 w 590191"/>
              <a:gd name="connsiteY44" fmla="*/ 260850 h 457385"/>
              <a:gd name="connsiteX45" fmla="*/ 325053 w 590191"/>
              <a:gd name="connsiteY45" fmla="*/ 266160 h 457385"/>
              <a:gd name="connsiteX46" fmla="*/ 267324 w 590191"/>
              <a:gd name="connsiteY46" fmla="*/ 265401 h 457385"/>
              <a:gd name="connsiteX47" fmla="*/ 256690 w 590191"/>
              <a:gd name="connsiteY47" fmla="*/ 259333 h 457385"/>
              <a:gd name="connsiteX48" fmla="*/ 249853 w 590191"/>
              <a:gd name="connsiteY48" fmla="*/ 242645 h 457385"/>
              <a:gd name="connsiteX49" fmla="*/ 241498 w 590191"/>
              <a:gd name="connsiteY49" fmla="*/ 238853 h 457385"/>
              <a:gd name="connsiteX50" fmla="*/ 70591 w 590191"/>
              <a:gd name="connsiteY50" fmla="*/ 123556 h 457385"/>
              <a:gd name="connsiteX51" fmla="*/ 60716 w 590191"/>
              <a:gd name="connsiteY51" fmla="*/ 133417 h 457385"/>
              <a:gd name="connsiteX52" fmla="*/ 60716 w 590191"/>
              <a:gd name="connsiteY52" fmla="*/ 391317 h 457385"/>
              <a:gd name="connsiteX53" fmla="*/ 70591 w 590191"/>
              <a:gd name="connsiteY53" fmla="*/ 401937 h 457385"/>
              <a:gd name="connsiteX54" fmla="*/ 125281 w 590191"/>
              <a:gd name="connsiteY54" fmla="*/ 401937 h 457385"/>
              <a:gd name="connsiteX55" fmla="*/ 126800 w 590191"/>
              <a:gd name="connsiteY55" fmla="*/ 385249 h 457385"/>
              <a:gd name="connsiteX56" fmla="*/ 117685 w 590191"/>
              <a:gd name="connsiteY56" fmla="*/ 381456 h 457385"/>
              <a:gd name="connsiteX57" fmla="*/ 104012 w 590191"/>
              <a:gd name="connsiteY57" fmla="*/ 367044 h 457385"/>
              <a:gd name="connsiteX58" fmla="*/ 104012 w 590191"/>
              <a:gd name="connsiteY58" fmla="*/ 346564 h 457385"/>
              <a:gd name="connsiteX59" fmla="*/ 115406 w 590191"/>
              <a:gd name="connsiteY59" fmla="*/ 319257 h 457385"/>
              <a:gd name="connsiteX60" fmla="*/ 151107 w 590191"/>
              <a:gd name="connsiteY60" fmla="*/ 304845 h 457385"/>
              <a:gd name="connsiteX61" fmla="*/ 160222 w 590191"/>
              <a:gd name="connsiteY61" fmla="*/ 308638 h 457385"/>
              <a:gd name="connsiteX62" fmla="*/ 195163 w 590191"/>
              <a:gd name="connsiteY62" fmla="*/ 275262 h 457385"/>
              <a:gd name="connsiteX63" fmla="*/ 191365 w 590191"/>
              <a:gd name="connsiteY63" fmla="*/ 266160 h 457385"/>
              <a:gd name="connsiteX64" fmla="*/ 191365 w 590191"/>
              <a:gd name="connsiteY64" fmla="*/ 245680 h 457385"/>
              <a:gd name="connsiteX65" fmla="*/ 206557 w 590191"/>
              <a:gd name="connsiteY65" fmla="*/ 231268 h 457385"/>
              <a:gd name="connsiteX66" fmla="*/ 233902 w 590191"/>
              <a:gd name="connsiteY66" fmla="*/ 219890 h 457385"/>
              <a:gd name="connsiteX67" fmla="*/ 243777 w 590191"/>
              <a:gd name="connsiteY67" fmla="*/ 218373 h 457385"/>
              <a:gd name="connsiteX68" fmla="*/ 268843 w 590191"/>
              <a:gd name="connsiteY68" fmla="*/ 235060 h 457385"/>
              <a:gd name="connsiteX69" fmla="*/ 272641 w 590191"/>
              <a:gd name="connsiteY69" fmla="*/ 244163 h 457385"/>
              <a:gd name="connsiteX70" fmla="*/ 320495 w 590191"/>
              <a:gd name="connsiteY70" fmla="*/ 244921 h 457385"/>
              <a:gd name="connsiteX71" fmla="*/ 325053 w 590191"/>
              <a:gd name="connsiteY71" fmla="*/ 235819 h 457385"/>
              <a:gd name="connsiteX72" fmla="*/ 349359 w 590191"/>
              <a:gd name="connsiteY72" fmla="*/ 219890 h 457385"/>
              <a:gd name="connsiteX73" fmla="*/ 359994 w 590191"/>
              <a:gd name="connsiteY73" fmla="*/ 222165 h 457385"/>
              <a:gd name="connsiteX74" fmla="*/ 387339 w 590191"/>
              <a:gd name="connsiteY74" fmla="*/ 233543 h 457385"/>
              <a:gd name="connsiteX75" fmla="*/ 401771 w 590191"/>
              <a:gd name="connsiteY75" fmla="*/ 248714 h 457385"/>
              <a:gd name="connsiteX76" fmla="*/ 401011 w 590191"/>
              <a:gd name="connsiteY76" fmla="*/ 269194 h 457385"/>
              <a:gd name="connsiteX77" fmla="*/ 397213 w 590191"/>
              <a:gd name="connsiteY77" fmla="*/ 278296 h 457385"/>
              <a:gd name="connsiteX78" fmla="*/ 431395 w 590191"/>
              <a:gd name="connsiteY78" fmla="*/ 313189 h 457385"/>
              <a:gd name="connsiteX79" fmla="*/ 440510 w 590191"/>
              <a:gd name="connsiteY79" fmla="*/ 309396 h 457385"/>
              <a:gd name="connsiteX80" fmla="*/ 450385 w 590191"/>
              <a:gd name="connsiteY80" fmla="*/ 307120 h 457385"/>
              <a:gd name="connsiteX81" fmla="*/ 475451 w 590191"/>
              <a:gd name="connsiteY81" fmla="*/ 323808 h 457385"/>
              <a:gd name="connsiteX82" fmla="*/ 486085 w 590191"/>
              <a:gd name="connsiteY82" fmla="*/ 351874 h 457385"/>
              <a:gd name="connsiteX83" fmla="*/ 486085 w 590191"/>
              <a:gd name="connsiteY83" fmla="*/ 372354 h 457385"/>
              <a:gd name="connsiteX84" fmla="*/ 470893 w 590191"/>
              <a:gd name="connsiteY84" fmla="*/ 386766 h 457385"/>
              <a:gd name="connsiteX85" fmla="*/ 461778 w 590191"/>
              <a:gd name="connsiteY85" fmla="*/ 389800 h 457385"/>
              <a:gd name="connsiteX86" fmla="*/ 463298 w 590191"/>
              <a:gd name="connsiteY86" fmla="*/ 401937 h 457385"/>
              <a:gd name="connsiteX87" fmla="*/ 518747 w 590191"/>
              <a:gd name="connsiteY87" fmla="*/ 401937 h 457385"/>
              <a:gd name="connsiteX88" fmla="*/ 529382 w 590191"/>
              <a:gd name="connsiteY88" fmla="*/ 391317 h 457385"/>
              <a:gd name="connsiteX89" fmla="*/ 529382 w 590191"/>
              <a:gd name="connsiteY89" fmla="*/ 133417 h 457385"/>
              <a:gd name="connsiteX90" fmla="*/ 518747 w 590191"/>
              <a:gd name="connsiteY90" fmla="*/ 123556 h 457385"/>
              <a:gd name="connsiteX91" fmla="*/ 70591 w 590191"/>
              <a:gd name="connsiteY91" fmla="*/ 103076 h 457385"/>
              <a:gd name="connsiteX92" fmla="*/ 518747 w 590191"/>
              <a:gd name="connsiteY92" fmla="*/ 103076 h 457385"/>
              <a:gd name="connsiteX93" fmla="*/ 549131 w 590191"/>
              <a:gd name="connsiteY93" fmla="*/ 133417 h 457385"/>
              <a:gd name="connsiteX94" fmla="*/ 549131 w 590191"/>
              <a:gd name="connsiteY94" fmla="*/ 391317 h 457385"/>
              <a:gd name="connsiteX95" fmla="*/ 518747 w 590191"/>
              <a:gd name="connsiteY95" fmla="*/ 421658 h 457385"/>
              <a:gd name="connsiteX96" fmla="*/ 454182 w 590191"/>
              <a:gd name="connsiteY96" fmla="*/ 421658 h 457385"/>
              <a:gd name="connsiteX97" fmla="*/ 453423 w 590191"/>
              <a:gd name="connsiteY97" fmla="*/ 422417 h 457385"/>
              <a:gd name="connsiteX98" fmla="*/ 410126 w 590191"/>
              <a:gd name="connsiteY98" fmla="*/ 422417 h 457385"/>
              <a:gd name="connsiteX99" fmla="*/ 409367 w 590191"/>
              <a:gd name="connsiteY99" fmla="*/ 421658 h 457385"/>
              <a:gd name="connsiteX100" fmla="*/ 361513 w 590191"/>
              <a:gd name="connsiteY100" fmla="*/ 421658 h 457385"/>
              <a:gd name="connsiteX101" fmla="*/ 360753 w 590191"/>
              <a:gd name="connsiteY101" fmla="*/ 422417 h 457385"/>
              <a:gd name="connsiteX102" fmla="*/ 227066 w 590191"/>
              <a:gd name="connsiteY102" fmla="*/ 422417 h 457385"/>
              <a:gd name="connsiteX103" fmla="*/ 226306 w 590191"/>
              <a:gd name="connsiteY103" fmla="*/ 421658 h 457385"/>
              <a:gd name="connsiteX104" fmla="*/ 179212 w 590191"/>
              <a:gd name="connsiteY104" fmla="*/ 421658 h 457385"/>
              <a:gd name="connsiteX105" fmla="*/ 177692 w 590191"/>
              <a:gd name="connsiteY105" fmla="*/ 422417 h 457385"/>
              <a:gd name="connsiteX106" fmla="*/ 135156 w 590191"/>
              <a:gd name="connsiteY106" fmla="*/ 422417 h 457385"/>
              <a:gd name="connsiteX107" fmla="*/ 134396 w 590191"/>
              <a:gd name="connsiteY107" fmla="*/ 421658 h 457385"/>
              <a:gd name="connsiteX108" fmla="*/ 70591 w 590191"/>
              <a:gd name="connsiteY108" fmla="*/ 421658 h 457385"/>
              <a:gd name="connsiteX109" fmla="*/ 40207 w 590191"/>
              <a:gd name="connsiteY109" fmla="*/ 391317 h 457385"/>
              <a:gd name="connsiteX110" fmla="*/ 40207 w 590191"/>
              <a:gd name="connsiteY110" fmla="*/ 133417 h 457385"/>
              <a:gd name="connsiteX111" fmla="*/ 70591 w 590191"/>
              <a:gd name="connsiteY111" fmla="*/ 103076 h 457385"/>
              <a:gd name="connsiteX112" fmla="*/ 351635 w 590191"/>
              <a:gd name="connsiteY112" fmla="*/ 51538 h 457385"/>
              <a:gd name="connsiteX113" fmla="*/ 539256 w 590191"/>
              <a:gd name="connsiteY113" fmla="*/ 51538 h 457385"/>
              <a:gd name="connsiteX114" fmla="*/ 549131 w 590191"/>
              <a:gd name="connsiteY114" fmla="*/ 61393 h 457385"/>
              <a:gd name="connsiteX115" fmla="*/ 539256 w 590191"/>
              <a:gd name="connsiteY115" fmla="*/ 72007 h 457385"/>
              <a:gd name="connsiteX116" fmla="*/ 351635 w 590191"/>
              <a:gd name="connsiteY116" fmla="*/ 72007 h 457385"/>
              <a:gd name="connsiteX117" fmla="*/ 341760 w 590191"/>
              <a:gd name="connsiteY117" fmla="*/ 61393 h 457385"/>
              <a:gd name="connsiteX118" fmla="*/ 351635 w 590191"/>
              <a:gd name="connsiteY118" fmla="*/ 51538 h 457385"/>
              <a:gd name="connsiteX119" fmla="*/ 139026 w 590191"/>
              <a:gd name="connsiteY119" fmla="*/ 51538 h 457385"/>
              <a:gd name="connsiteX120" fmla="*/ 170934 w 590191"/>
              <a:gd name="connsiteY120" fmla="*/ 51538 h 457385"/>
              <a:gd name="connsiteX121" fmla="*/ 180810 w 590191"/>
              <a:gd name="connsiteY121" fmla="*/ 61393 h 457385"/>
              <a:gd name="connsiteX122" fmla="*/ 170934 w 590191"/>
              <a:gd name="connsiteY122" fmla="*/ 72007 h 457385"/>
              <a:gd name="connsiteX123" fmla="*/ 139026 w 590191"/>
              <a:gd name="connsiteY123" fmla="*/ 72007 h 457385"/>
              <a:gd name="connsiteX124" fmla="*/ 129150 w 590191"/>
              <a:gd name="connsiteY124" fmla="*/ 61393 h 457385"/>
              <a:gd name="connsiteX125" fmla="*/ 139026 w 590191"/>
              <a:gd name="connsiteY125" fmla="*/ 51538 h 457385"/>
              <a:gd name="connsiteX126" fmla="*/ 58513 w 590191"/>
              <a:gd name="connsiteY126" fmla="*/ 51538 h 457385"/>
              <a:gd name="connsiteX127" fmla="*/ 89644 w 590191"/>
              <a:gd name="connsiteY127" fmla="*/ 51538 h 457385"/>
              <a:gd name="connsiteX128" fmla="*/ 100274 w 590191"/>
              <a:gd name="connsiteY128" fmla="*/ 61393 h 457385"/>
              <a:gd name="connsiteX129" fmla="*/ 89644 w 590191"/>
              <a:gd name="connsiteY129" fmla="*/ 72007 h 457385"/>
              <a:gd name="connsiteX130" fmla="*/ 58513 w 590191"/>
              <a:gd name="connsiteY130" fmla="*/ 72007 h 457385"/>
              <a:gd name="connsiteX131" fmla="*/ 47883 w 590191"/>
              <a:gd name="connsiteY131" fmla="*/ 61393 h 457385"/>
              <a:gd name="connsiteX132" fmla="*/ 58513 w 590191"/>
              <a:gd name="connsiteY132" fmla="*/ 51538 h 457385"/>
              <a:gd name="connsiteX133" fmla="*/ 30383 w 590191"/>
              <a:gd name="connsiteY133" fmla="*/ 19721 h 457385"/>
              <a:gd name="connsiteX134" fmla="*/ 20509 w 590191"/>
              <a:gd name="connsiteY134" fmla="*/ 30341 h 457385"/>
              <a:gd name="connsiteX135" fmla="*/ 20509 w 590191"/>
              <a:gd name="connsiteY135" fmla="*/ 427044 h 457385"/>
              <a:gd name="connsiteX136" fmla="*/ 30383 w 590191"/>
              <a:gd name="connsiteY136" fmla="*/ 436905 h 457385"/>
              <a:gd name="connsiteX137" fmla="*/ 559808 w 590191"/>
              <a:gd name="connsiteY137" fmla="*/ 436905 h 457385"/>
              <a:gd name="connsiteX138" fmla="*/ 569682 w 590191"/>
              <a:gd name="connsiteY138" fmla="*/ 427044 h 457385"/>
              <a:gd name="connsiteX139" fmla="*/ 569682 w 590191"/>
              <a:gd name="connsiteY139" fmla="*/ 30341 h 457385"/>
              <a:gd name="connsiteX140" fmla="*/ 559808 w 590191"/>
              <a:gd name="connsiteY140" fmla="*/ 19721 h 457385"/>
              <a:gd name="connsiteX141" fmla="*/ 30383 w 590191"/>
              <a:gd name="connsiteY141" fmla="*/ 0 h 457385"/>
              <a:gd name="connsiteX142" fmla="*/ 559808 w 590191"/>
              <a:gd name="connsiteY142" fmla="*/ 0 h 457385"/>
              <a:gd name="connsiteX143" fmla="*/ 590191 w 590191"/>
              <a:gd name="connsiteY143" fmla="*/ 30341 h 457385"/>
              <a:gd name="connsiteX144" fmla="*/ 590191 w 590191"/>
              <a:gd name="connsiteY144" fmla="*/ 427044 h 457385"/>
              <a:gd name="connsiteX145" fmla="*/ 559808 w 590191"/>
              <a:gd name="connsiteY145" fmla="*/ 457385 h 457385"/>
              <a:gd name="connsiteX146" fmla="*/ 30383 w 590191"/>
              <a:gd name="connsiteY146" fmla="*/ 457385 h 457385"/>
              <a:gd name="connsiteX147" fmla="*/ 0 w 590191"/>
              <a:gd name="connsiteY147" fmla="*/ 427044 h 457385"/>
              <a:gd name="connsiteX148" fmla="*/ 0 w 590191"/>
              <a:gd name="connsiteY148" fmla="*/ 30341 h 457385"/>
              <a:gd name="connsiteX149" fmla="*/ 30383 w 590191"/>
              <a:gd name="connsiteY149" fmla="*/ 0 h 45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0191" h="457385">
                <a:moveTo>
                  <a:pt x="293909" y="355666"/>
                </a:moveTo>
                <a:cubicBezTo>
                  <a:pt x="287073" y="355666"/>
                  <a:pt x="280237" y="356425"/>
                  <a:pt x="273401" y="359459"/>
                </a:cubicBezTo>
                <a:cubicBezTo>
                  <a:pt x="255170" y="367044"/>
                  <a:pt x="242257" y="382973"/>
                  <a:pt x="238459" y="401937"/>
                </a:cubicBezTo>
                <a:lnTo>
                  <a:pt x="350119" y="401937"/>
                </a:lnTo>
                <a:cubicBezTo>
                  <a:pt x="349359" y="398144"/>
                  <a:pt x="347840" y="394351"/>
                  <a:pt x="347081" y="391317"/>
                </a:cubicBezTo>
                <a:cubicBezTo>
                  <a:pt x="337966" y="369320"/>
                  <a:pt x="317457" y="355666"/>
                  <a:pt x="293909" y="355666"/>
                </a:cubicBezTo>
                <a:close/>
                <a:moveTo>
                  <a:pt x="241498" y="238853"/>
                </a:moveTo>
                <a:lnTo>
                  <a:pt x="213393" y="250231"/>
                </a:lnTo>
                <a:cubicBezTo>
                  <a:pt x="211874" y="250989"/>
                  <a:pt x="211114" y="251748"/>
                  <a:pt x="210355" y="253265"/>
                </a:cubicBezTo>
                <a:cubicBezTo>
                  <a:pt x="209595" y="254782"/>
                  <a:pt x="209595" y="257058"/>
                  <a:pt x="210355" y="258575"/>
                </a:cubicBezTo>
                <a:lnTo>
                  <a:pt x="216431" y="275262"/>
                </a:lnTo>
                <a:cubicBezTo>
                  <a:pt x="218710" y="279813"/>
                  <a:pt x="217191" y="285123"/>
                  <a:pt x="212633" y="287399"/>
                </a:cubicBezTo>
                <a:cubicBezTo>
                  <a:pt x="196682" y="298018"/>
                  <a:pt x="183010" y="310913"/>
                  <a:pt x="171616" y="326842"/>
                </a:cubicBezTo>
                <a:cubicBezTo>
                  <a:pt x="169337" y="331393"/>
                  <a:pt x="164020" y="332910"/>
                  <a:pt x="159462" y="330635"/>
                </a:cubicBezTo>
                <a:lnTo>
                  <a:pt x="142751" y="323808"/>
                </a:lnTo>
                <a:cubicBezTo>
                  <a:pt x="139713" y="322291"/>
                  <a:pt x="135915" y="323808"/>
                  <a:pt x="134396" y="326842"/>
                </a:cubicBezTo>
                <a:lnTo>
                  <a:pt x="122243" y="354149"/>
                </a:lnTo>
                <a:cubicBezTo>
                  <a:pt x="122243" y="355666"/>
                  <a:pt x="122243" y="357942"/>
                  <a:pt x="122243" y="359459"/>
                </a:cubicBezTo>
                <a:cubicBezTo>
                  <a:pt x="123002" y="360976"/>
                  <a:pt x="124521" y="361735"/>
                  <a:pt x="126040" y="362493"/>
                </a:cubicBezTo>
                <a:lnTo>
                  <a:pt x="142751" y="370078"/>
                </a:lnTo>
                <a:cubicBezTo>
                  <a:pt x="147309" y="371596"/>
                  <a:pt x="149588" y="376905"/>
                  <a:pt x="148828" y="381456"/>
                </a:cubicBezTo>
                <a:cubicBezTo>
                  <a:pt x="147309" y="387525"/>
                  <a:pt x="145790" y="394351"/>
                  <a:pt x="145790" y="401937"/>
                </a:cubicBezTo>
                <a:lnTo>
                  <a:pt x="168577" y="401937"/>
                </a:lnTo>
                <a:cubicBezTo>
                  <a:pt x="172375" y="354149"/>
                  <a:pt x="202759" y="312430"/>
                  <a:pt x="247575" y="294984"/>
                </a:cubicBezTo>
                <a:cubicBezTo>
                  <a:pt x="262766" y="288916"/>
                  <a:pt x="277958" y="285882"/>
                  <a:pt x="293909" y="285882"/>
                </a:cubicBezTo>
                <a:cubicBezTo>
                  <a:pt x="346321" y="285882"/>
                  <a:pt x="392656" y="316981"/>
                  <a:pt x="411646" y="365527"/>
                </a:cubicBezTo>
                <a:cubicBezTo>
                  <a:pt x="416203" y="376905"/>
                  <a:pt x="419241" y="389042"/>
                  <a:pt x="420001" y="401937"/>
                </a:cubicBezTo>
                <a:lnTo>
                  <a:pt x="442789" y="401937"/>
                </a:lnTo>
                <a:cubicBezTo>
                  <a:pt x="442029" y="395868"/>
                  <a:pt x="441270" y="390559"/>
                  <a:pt x="440510" y="385249"/>
                </a:cubicBezTo>
                <a:cubicBezTo>
                  <a:pt x="439750" y="380698"/>
                  <a:pt x="442789" y="376147"/>
                  <a:pt x="446587" y="374630"/>
                </a:cubicBezTo>
                <a:lnTo>
                  <a:pt x="464057" y="367803"/>
                </a:lnTo>
                <a:cubicBezTo>
                  <a:pt x="465576" y="367044"/>
                  <a:pt x="466336" y="365527"/>
                  <a:pt x="467096" y="364010"/>
                </a:cubicBezTo>
                <a:cubicBezTo>
                  <a:pt x="467855" y="362493"/>
                  <a:pt x="467855" y="360976"/>
                  <a:pt x="467096" y="359459"/>
                </a:cubicBezTo>
                <a:lnTo>
                  <a:pt x="456461" y="331393"/>
                </a:lnTo>
                <a:cubicBezTo>
                  <a:pt x="454942" y="328359"/>
                  <a:pt x="451144" y="326842"/>
                  <a:pt x="448106" y="328359"/>
                </a:cubicBezTo>
                <a:lnTo>
                  <a:pt x="431395" y="334428"/>
                </a:lnTo>
                <a:cubicBezTo>
                  <a:pt x="426837" y="336703"/>
                  <a:pt x="421520" y="335186"/>
                  <a:pt x="418482" y="330635"/>
                </a:cubicBezTo>
                <a:cubicBezTo>
                  <a:pt x="408607" y="314706"/>
                  <a:pt x="394935" y="301052"/>
                  <a:pt x="378983" y="289674"/>
                </a:cubicBezTo>
                <a:cubicBezTo>
                  <a:pt x="375185" y="287399"/>
                  <a:pt x="373666" y="282089"/>
                  <a:pt x="375185" y="277538"/>
                </a:cubicBezTo>
                <a:lnTo>
                  <a:pt x="382781" y="260850"/>
                </a:lnTo>
                <a:cubicBezTo>
                  <a:pt x="383541" y="259333"/>
                  <a:pt x="383541" y="257816"/>
                  <a:pt x="382781" y="256299"/>
                </a:cubicBezTo>
                <a:cubicBezTo>
                  <a:pt x="382022" y="254023"/>
                  <a:pt x="380502" y="253265"/>
                  <a:pt x="378983" y="252506"/>
                </a:cubicBezTo>
                <a:lnTo>
                  <a:pt x="351638" y="240370"/>
                </a:lnTo>
                <a:cubicBezTo>
                  <a:pt x="348600" y="239611"/>
                  <a:pt x="344802" y="241128"/>
                  <a:pt x="343283" y="244163"/>
                </a:cubicBezTo>
                <a:lnTo>
                  <a:pt x="336446" y="260850"/>
                </a:lnTo>
                <a:cubicBezTo>
                  <a:pt x="334168" y="264643"/>
                  <a:pt x="329610" y="267677"/>
                  <a:pt x="325053" y="266160"/>
                </a:cubicBezTo>
                <a:cubicBezTo>
                  <a:pt x="306063" y="262367"/>
                  <a:pt x="286314" y="262367"/>
                  <a:pt x="267324" y="265401"/>
                </a:cubicBezTo>
                <a:cubicBezTo>
                  <a:pt x="262766" y="266918"/>
                  <a:pt x="258209" y="263884"/>
                  <a:pt x="256690" y="259333"/>
                </a:cubicBezTo>
                <a:lnTo>
                  <a:pt x="249853" y="242645"/>
                </a:lnTo>
                <a:cubicBezTo>
                  <a:pt x="248334" y="239611"/>
                  <a:pt x="244536" y="238094"/>
                  <a:pt x="241498" y="238853"/>
                </a:cubicBezTo>
                <a:close/>
                <a:moveTo>
                  <a:pt x="70591" y="123556"/>
                </a:moveTo>
                <a:cubicBezTo>
                  <a:pt x="65273" y="123556"/>
                  <a:pt x="60716" y="128107"/>
                  <a:pt x="60716" y="133417"/>
                </a:cubicBezTo>
                <a:lnTo>
                  <a:pt x="60716" y="391317"/>
                </a:lnTo>
                <a:cubicBezTo>
                  <a:pt x="60716" y="397386"/>
                  <a:pt x="65273" y="401937"/>
                  <a:pt x="70591" y="401937"/>
                </a:cubicBezTo>
                <a:lnTo>
                  <a:pt x="125281" y="401937"/>
                </a:lnTo>
                <a:cubicBezTo>
                  <a:pt x="126040" y="395868"/>
                  <a:pt x="126040" y="390559"/>
                  <a:pt x="126800" y="385249"/>
                </a:cubicBezTo>
                <a:lnTo>
                  <a:pt x="117685" y="381456"/>
                </a:lnTo>
                <a:cubicBezTo>
                  <a:pt x="111608" y="378422"/>
                  <a:pt x="106291" y="373113"/>
                  <a:pt x="104012" y="367044"/>
                </a:cubicBezTo>
                <a:cubicBezTo>
                  <a:pt x="100974" y="360218"/>
                  <a:pt x="100974" y="352632"/>
                  <a:pt x="104012" y="346564"/>
                </a:cubicBezTo>
                <a:lnTo>
                  <a:pt x="115406" y="319257"/>
                </a:lnTo>
                <a:cubicBezTo>
                  <a:pt x="121483" y="305603"/>
                  <a:pt x="137434" y="299535"/>
                  <a:pt x="151107" y="304845"/>
                </a:cubicBezTo>
                <a:lnTo>
                  <a:pt x="160222" y="308638"/>
                </a:lnTo>
                <a:cubicBezTo>
                  <a:pt x="170097" y="295743"/>
                  <a:pt x="181490" y="284365"/>
                  <a:pt x="195163" y="275262"/>
                </a:cubicBezTo>
                <a:lnTo>
                  <a:pt x="191365" y="266160"/>
                </a:lnTo>
                <a:cubicBezTo>
                  <a:pt x="188327" y="259333"/>
                  <a:pt x="188327" y="251748"/>
                  <a:pt x="191365" y="245680"/>
                </a:cubicBezTo>
                <a:cubicBezTo>
                  <a:pt x="194403" y="238853"/>
                  <a:pt x="199720" y="233543"/>
                  <a:pt x="206557" y="231268"/>
                </a:cubicBezTo>
                <a:lnTo>
                  <a:pt x="233902" y="219890"/>
                </a:lnTo>
                <a:cubicBezTo>
                  <a:pt x="236940" y="219131"/>
                  <a:pt x="240738" y="218373"/>
                  <a:pt x="243777" y="218373"/>
                </a:cubicBezTo>
                <a:cubicBezTo>
                  <a:pt x="254411" y="218373"/>
                  <a:pt x="264285" y="225199"/>
                  <a:pt x="268843" y="235060"/>
                </a:cubicBezTo>
                <a:lnTo>
                  <a:pt x="272641" y="244163"/>
                </a:lnTo>
                <a:cubicBezTo>
                  <a:pt x="288592" y="242645"/>
                  <a:pt x="304544" y="242645"/>
                  <a:pt x="320495" y="244921"/>
                </a:cubicBezTo>
                <a:lnTo>
                  <a:pt x="325053" y="235819"/>
                </a:lnTo>
                <a:cubicBezTo>
                  <a:pt x="328850" y="225958"/>
                  <a:pt x="338725" y="219890"/>
                  <a:pt x="349359" y="219890"/>
                </a:cubicBezTo>
                <a:cubicBezTo>
                  <a:pt x="353157" y="219890"/>
                  <a:pt x="356196" y="220648"/>
                  <a:pt x="359994" y="222165"/>
                </a:cubicBezTo>
                <a:lnTo>
                  <a:pt x="387339" y="233543"/>
                </a:lnTo>
                <a:cubicBezTo>
                  <a:pt x="394175" y="236577"/>
                  <a:pt x="398733" y="241887"/>
                  <a:pt x="401771" y="248714"/>
                </a:cubicBezTo>
                <a:cubicBezTo>
                  <a:pt x="404050" y="255540"/>
                  <a:pt x="404050" y="262367"/>
                  <a:pt x="401011" y="269194"/>
                </a:cubicBezTo>
                <a:lnTo>
                  <a:pt x="397213" y="278296"/>
                </a:lnTo>
                <a:cubicBezTo>
                  <a:pt x="410126" y="288157"/>
                  <a:pt x="421520" y="299535"/>
                  <a:pt x="431395" y="313189"/>
                </a:cubicBezTo>
                <a:lnTo>
                  <a:pt x="440510" y="309396"/>
                </a:lnTo>
                <a:cubicBezTo>
                  <a:pt x="443548" y="307879"/>
                  <a:pt x="446587" y="307120"/>
                  <a:pt x="450385" y="307120"/>
                </a:cubicBezTo>
                <a:cubicBezTo>
                  <a:pt x="461019" y="307120"/>
                  <a:pt x="470893" y="313947"/>
                  <a:pt x="475451" y="323808"/>
                </a:cubicBezTo>
                <a:lnTo>
                  <a:pt x="486085" y="351874"/>
                </a:lnTo>
                <a:cubicBezTo>
                  <a:pt x="489124" y="358700"/>
                  <a:pt x="488364" y="365527"/>
                  <a:pt x="486085" y="372354"/>
                </a:cubicBezTo>
                <a:cubicBezTo>
                  <a:pt x="483047" y="378422"/>
                  <a:pt x="477730" y="383732"/>
                  <a:pt x="470893" y="386766"/>
                </a:cubicBezTo>
                <a:lnTo>
                  <a:pt x="461778" y="389800"/>
                </a:lnTo>
                <a:cubicBezTo>
                  <a:pt x="462538" y="393593"/>
                  <a:pt x="462538" y="398144"/>
                  <a:pt x="463298" y="401937"/>
                </a:cubicBezTo>
                <a:lnTo>
                  <a:pt x="518747" y="401937"/>
                </a:lnTo>
                <a:cubicBezTo>
                  <a:pt x="524824" y="401937"/>
                  <a:pt x="529382" y="397386"/>
                  <a:pt x="529382" y="391317"/>
                </a:cubicBezTo>
                <a:lnTo>
                  <a:pt x="529382" y="133417"/>
                </a:lnTo>
                <a:cubicBezTo>
                  <a:pt x="529382" y="128107"/>
                  <a:pt x="524824" y="123556"/>
                  <a:pt x="518747" y="123556"/>
                </a:cubicBezTo>
                <a:close/>
                <a:moveTo>
                  <a:pt x="70591" y="103076"/>
                </a:moveTo>
                <a:lnTo>
                  <a:pt x="518747" y="103076"/>
                </a:lnTo>
                <a:cubicBezTo>
                  <a:pt x="535458" y="103076"/>
                  <a:pt x="549131" y="116730"/>
                  <a:pt x="549131" y="133417"/>
                </a:cubicBezTo>
                <a:lnTo>
                  <a:pt x="549131" y="391317"/>
                </a:lnTo>
                <a:cubicBezTo>
                  <a:pt x="549131" y="408005"/>
                  <a:pt x="535458" y="421658"/>
                  <a:pt x="518747" y="421658"/>
                </a:cubicBezTo>
                <a:lnTo>
                  <a:pt x="454182" y="421658"/>
                </a:lnTo>
                <a:cubicBezTo>
                  <a:pt x="453423" y="421658"/>
                  <a:pt x="453423" y="422417"/>
                  <a:pt x="453423" y="422417"/>
                </a:cubicBezTo>
                <a:lnTo>
                  <a:pt x="410126" y="422417"/>
                </a:lnTo>
                <a:cubicBezTo>
                  <a:pt x="410126" y="422417"/>
                  <a:pt x="409367" y="421658"/>
                  <a:pt x="409367" y="421658"/>
                </a:cubicBezTo>
                <a:lnTo>
                  <a:pt x="361513" y="421658"/>
                </a:lnTo>
                <a:cubicBezTo>
                  <a:pt x="361513" y="421658"/>
                  <a:pt x="361513" y="422417"/>
                  <a:pt x="360753" y="422417"/>
                </a:cubicBezTo>
                <a:lnTo>
                  <a:pt x="227066" y="422417"/>
                </a:lnTo>
                <a:cubicBezTo>
                  <a:pt x="227066" y="422417"/>
                  <a:pt x="227066" y="421658"/>
                  <a:pt x="226306" y="421658"/>
                </a:cubicBezTo>
                <a:lnTo>
                  <a:pt x="179212" y="421658"/>
                </a:lnTo>
                <a:cubicBezTo>
                  <a:pt x="178452" y="421658"/>
                  <a:pt x="178452" y="422417"/>
                  <a:pt x="177692" y="422417"/>
                </a:cubicBezTo>
                <a:lnTo>
                  <a:pt x="135156" y="422417"/>
                </a:lnTo>
                <a:cubicBezTo>
                  <a:pt x="135156" y="422417"/>
                  <a:pt x="134396" y="421658"/>
                  <a:pt x="134396" y="421658"/>
                </a:cubicBezTo>
                <a:lnTo>
                  <a:pt x="70591" y="421658"/>
                </a:lnTo>
                <a:cubicBezTo>
                  <a:pt x="53880" y="421658"/>
                  <a:pt x="40207" y="408005"/>
                  <a:pt x="40207" y="391317"/>
                </a:cubicBezTo>
                <a:lnTo>
                  <a:pt x="40207" y="133417"/>
                </a:lnTo>
                <a:cubicBezTo>
                  <a:pt x="40207" y="116730"/>
                  <a:pt x="53880" y="103076"/>
                  <a:pt x="70591" y="103076"/>
                </a:cubicBezTo>
                <a:close/>
                <a:moveTo>
                  <a:pt x="351635" y="51538"/>
                </a:moveTo>
                <a:lnTo>
                  <a:pt x="539256" y="51538"/>
                </a:lnTo>
                <a:cubicBezTo>
                  <a:pt x="544573" y="51538"/>
                  <a:pt x="549131" y="56087"/>
                  <a:pt x="549131" y="61393"/>
                </a:cubicBezTo>
                <a:cubicBezTo>
                  <a:pt x="549131" y="67458"/>
                  <a:pt x="544573" y="72007"/>
                  <a:pt x="539256" y="72007"/>
                </a:cubicBezTo>
                <a:lnTo>
                  <a:pt x="351635" y="72007"/>
                </a:lnTo>
                <a:cubicBezTo>
                  <a:pt x="346318" y="72007"/>
                  <a:pt x="341760" y="67458"/>
                  <a:pt x="341760" y="61393"/>
                </a:cubicBezTo>
                <a:cubicBezTo>
                  <a:pt x="341760" y="56087"/>
                  <a:pt x="346318" y="51538"/>
                  <a:pt x="351635" y="51538"/>
                </a:cubicBezTo>
                <a:close/>
                <a:moveTo>
                  <a:pt x="139026" y="51538"/>
                </a:moveTo>
                <a:lnTo>
                  <a:pt x="170934" y="51538"/>
                </a:lnTo>
                <a:cubicBezTo>
                  <a:pt x="176252" y="51538"/>
                  <a:pt x="180810" y="56087"/>
                  <a:pt x="180810" y="61393"/>
                </a:cubicBezTo>
                <a:cubicBezTo>
                  <a:pt x="180810" y="67458"/>
                  <a:pt x="176252" y="72007"/>
                  <a:pt x="170934" y="72007"/>
                </a:cubicBezTo>
                <a:lnTo>
                  <a:pt x="139026" y="72007"/>
                </a:lnTo>
                <a:cubicBezTo>
                  <a:pt x="133708" y="72007"/>
                  <a:pt x="129150" y="67458"/>
                  <a:pt x="129150" y="61393"/>
                </a:cubicBezTo>
                <a:cubicBezTo>
                  <a:pt x="129150" y="56087"/>
                  <a:pt x="133708" y="51538"/>
                  <a:pt x="139026" y="51538"/>
                </a:cubicBezTo>
                <a:close/>
                <a:moveTo>
                  <a:pt x="58513" y="51538"/>
                </a:moveTo>
                <a:lnTo>
                  <a:pt x="89644" y="51538"/>
                </a:lnTo>
                <a:cubicBezTo>
                  <a:pt x="95718" y="51538"/>
                  <a:pt x="100274" y="56087"/>
                  <a:pt x="100274" y="61393"/>
                </a:cubicBezTo>
                <a:cubicBezTo>
                  <a:pt x="100274" y="67458"/>
                  <a:pt x="95718" y="72007"/>
                  <a:pt x="89644" y="72007"/>
                </a:cubicBezTo>
                <a:lnTo>
                  <a:pt x="58513" y="72007"/>
                </a:lnTo>
                <a:cubicBezTo>
                  <a:pt x="52439" y="72007"/>
                  <a:pt x="47883" y="67458"/>
                  <a:pt x="47883" y="61393"/>
                </a:cubicBezTo>
                <a:cubicBezTo>
                  <a:pt x="47883" y="56087"/>
                  <a:pt x="52439" y="51538"/>
                  <a:pt x="58513" y="51538"/>
                </a:cubicBezTo>
                <a:close/>
                <a:moveTo>
                  <a:pt x="30383" y="19721"/>
                </a:moveTo>
                <a:cubicBezTo>
                  <a:pt x="25066" y="19721"/>
                  <a:pt x="20509" y="24273"/>
                  <a:pt x="20509" y="30341"/>
                </a:cubicBezTo>
                <a:lnTo>
                  <a:pt x="20509" y="427044"/>
                </a:lnTo>
                <a:cubicBezTo>
                  <a:pt x="20509" y="432354"/>
                  <a:pt x="25066" y="436905"/>
                  <a:pt x="30383" y="436905"/>
                </a:cubicBezTo>
                <a:lnTo>
                  <a:pt x="559808" y="436905"/>
                </a:lnTo>
                <a:cubicBezTo>
                  <a:pt x="565125" y="436905"/>
                  <a:pt x="569682" y="432354"/>
                  <a:pt x="569682" y="427044"/>
                </a:cubicBezTo>
                <a:lnTo>
                  <a:pt x="569682" y="30341"/>
                </a:lnTo>
                <a:cubicBezTo>
                  <a:pt x="569682" y="24273"/>
                  <a:pt x="565125" y="19721"/>
                  <a:pt x="559808" y="19721"/>
                </a:cubicBezTo>
                <a:close/>
                <a:moveTo>
                  <a:pt x="30383" y="0"/>
                </a:moveTo>
                <a:lnTo>
                  <a:pt x="559808" y="0"/>
                </a:lnTo>
                <a:cubicBezTo>
                  <a:pt x="576519" y="0"/>
                  <a:pt x="590191" y="13653"/>
                  <a:pt x="590191" y="30341"/>
                </a:cubicBezTo>
                <a:lnTo>
                  <a:pt x="590191" y="427044"/>
                </a:lnTo>
                <a:cubicBezTo>
                  <a:pt x="590191" y="443732"/>
                  <a:pt x="576519" y="457385"/>
                  <a:pt x="559808" y="457385"/>
                </a:cubicBezTo>
                <a:lnTo>
                  <a:pt x="30383" y="457385"/>
                </a:lnTo>
                <a:cubicBezTo>
                  <a:pt x="13672" y="457385"/>
                  <a:pt x="0" y="443732"/>
                  <a:pt x="0" y="427044"/>
                </a:cubicBezTo>
                <a:lnTo>
                  <a:pt x="0" y="30341"/>
                </a:lnTo>
                <a:cubicBezTo>
                  <a:pt x="0" y="13653"/>
                  <a:pt x="13672" y="0"/>
                  <a:pt x="30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 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ED23BCAE-8088-85EC-6B5B-E495BDDB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100" y="2387479"/>
            <a:ext cx="7937500" cy="615159"/>
          </a:xfrm>
        </p:spPr>
        <p:txBody>
          <a:bodyPr/>
          <a:lstStyle>
            <a:lvl1pPr>
              <a:lnSpc>
                <a:spcPct val="100000"/>
              </a:lnSpc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6294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A7FF2-BE51-489D-AA15-0DD2A6AA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137316"/>
            <a:ext cx="8788400" cy="615159"/>
          </a:xfr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AF0AD-2601-4F52-BC4F-A9D4D9D41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03300"/>
            <a:ext cx="11214100" cy="537606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9749F1-FE75-45FB-95A9-1B839DBA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E18F6DC-4E8D-FBDA-EAE6-F370271EAE72}"/>
              </a:ext>
            </a:extLst>
          </p:cNvPr>
          <p:cNvGrpSpPr/>
          <p:nvPr userDrawn="1"/>
        </p:nvGrpSpPr>
        <p:grpSpPr>
          <a:xfrm>
            <a:off x="243807" y="492127"/>
            <a:ext cx="734093" cy="273048"/>
            <a:chOff x="501474" y="221503"/>
            <a:chExt cx="1461670" cy="543672"/>
          </a:xfrm>
        </p:grpSpPr>
        <p:sp>
          <p:nvSpPr>
            <p:cNvPr id="5" name="直角三角形 4">
              <a:extLst>
                <a:ext uri="{FF2B5EF4-FFF2-40B4-BE49-F238E27FC236}">
                  <a16:creationId xmlns:a16="http://schemas.microsoft.com/office/drawing/2014/main" id="{90317BDF-C69F-F8D3-BF9E-1B520AA4D260}"/>
                </a:ext>
              </a:extLst>
            </p:cNvPr>
            <p:cNvSpPr/>
            <p:nvPr userDrawn="1"/>
          </p:nvSpPr>
          <p:spPr>
            <a:xfrm>
              <a:off x="1858728" y="221503"/>
              <a:ext cx="104416" cy="543672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 w="19050">
              <a:noFill/>
              <a:prstDash val="solid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120000"/>
                </a:lnSpc>
                <a:spcAft>
                  <a:spcPts val="600"/>
                </a:spcAft>
              </a:pPr>
              <a:endParaRPr lang="zh-CN" altLang="en-US" sz="2000" b="1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对角圆角矩形 80">
              <a:extLst>
                <a:ext uri="{FF2B5EF4-FFF2-40B4-BE49-F238E27FC236}">
                  <a16:creationId xmlns:a16="http://schemas.microsoft.com/office/drawing/2014/main" id="{5B454D2B-AB64-B456-15CE-AEDE66078B18}"/>
                </a:ext>
              </a:extLst>
            </p:cNvPr>
            <p:cNvSpPr/>
            <p:nvPr userDrawn="1"/>
          </p:nvSpPr>
          <p:spPr>
            <a:xfrm>
              <a:off x="501474" y="221503"/>
              <a:ext cx="1357217" cy="543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581" tIns="49291" rIns="98581" bIns="49291" anchor="ctr"/>
            <a:lstStyle/>
            <a:p>
              <a:pPr algn="ctr">
                <a:defRPr/>
              </a:pP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47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建筑物&#10;&#10;自动生成的说明">
            <a:extLst>
              <a:ext uri="{FF2B5EF4-FFF2-40B4-BE49-F238E27FC236}">
                <a16:creationId xmlns:a16="http://schemas.microsoft.com/office/drawing/2014/main" id="{04FCBB7C-0DC8-E3EC-435E-E452DCBA3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5E8EB79-1B5B-9AC8-ED09-CD2EB41F0737}"/>
              </a:ext>
            </a:extLst>
          </p:cNvPr>
          <p:cNvSpPr/>
          <p:nvPr userDrawn="1"/>
        </p:nvSpPr>
        <p:spPr>
          <a:xfrm>
            <a:off x="0" y="1001539"/>
            <a:ext cx="12192002" cy="2401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0BD8F6F-08AB-422E-BF07-88B099000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354274"/>
            <a:ext cx="11201400" cy="1528763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22C5BC-2FB5-6C7F-C2CF-3597A10E53C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BB385C-A20A-897B-CD9D-A9FF8B927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6F69AC2-A7DB-2C5B-FD77-CB99653BD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D163E5D-02D3-71B5-630C-6926A2F4F9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2E33D00-84DE-D4C8-7155-AB9964200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CBFBDD0-B9AF-5BE6-5C8E-2DA043E34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D25342B-7B46-960A-B830-78587F1591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8C3AC8-B1BB-AD20-8CC1-BBE600787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9CDBDC9-A696-037C-DA6D-B1897291A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8D8E4DE-EE68-AFCF-1524-DBDAAA9F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CC5ECA0-633D-CD9B-B4AD-5FB24160C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9526753-FDD9-6685-3BB6-87D123790DA5}"/>
              </a:ext>
            </a:extLst>
          </p:cNvPr>
          <p:cNvCxnSpPr>
            <a:cxnSpLocks/>
            <a:stCxn id="8" idx="36"/>
          </p:cNvCxnSpPr>
          <p:nvPr userDrawn="1"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26D6282-3843-D36D-886C-8056A5B69240}"/>
              </a:ext>
            </a:extLst>
          </p:cNvPr>
          <p:cNvSpPr/>
          <p:nvPr userDrawn="1"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2" name="图片 21" descr="文本&#10;&#10;中度可信度描述已自动生成">
            <a:extLst>
              <a:ext uri="{FF2B5EF4-FFF2-40B4-BE49-F238E27FC236}">
                <a16:creationId xmlns:a16="http://schemas.microsoft.com/office/drawing/2014/main" id="{244B2261-771F-57E3-9DEA-E48BB53A33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6878"/>
            <a:ext cx="1706880" cy="56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2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5496D6-6340-4D75-9F6E-2AC17D25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804680-DAF3-4C26-8CDB-11093A408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B4D84BF-2AF5-4184-BA51-DAE90778BA19}"/>
              </a:ext>
            </a:extLst>
          </p:cNvPr>
          <p:cNvSpPr/>
          <p:nvPr userDrawn="1"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B61E0390-630C-4AF6-B2A1-6CE666C986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5B8AD57-3ED2-4C7E-9BB6-F795E9E53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4798BBCA-0550-45C6-83EF-598917E1E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73F4C893-2E4D-4A9C-86FD-B9EDA4C97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F8F84A4-4AD1-4390-B825-8EC49D559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5DFD183-1292-41BB-9BDC-ECBBD4B8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09C3DEC-F3BB-4AF0-B11E-6BBC533AB3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 dirty="0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B1C666E8-3466-463B-9D25-1D3FCF01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3412CCBF-2E1F-484A-940E-661EEB08D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E8933D4-46F7-4EEA-AD4A-772D621DA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F0392651-136F-460B-8757-9712E2A1A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800"/>
            </a:p>
          </p:txBody>
        </p:sp>
      </p:grp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796342C-43B6-4877-9B27-1BDD985BE305}"/>
              </a:ext>
            </a:extLst>
          </p:cNvPr>
          <p:cNvCxnSpPr>
            <a:cxnSpLocks/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955CB-EC17-48B8-A220-C747B5928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0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4" r:id="rId3"/>
    <p:sldLayoutId id="2147483650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 userDrawn="1">
          <p15:clr>
            <a:srgbClr val="F26B43"/>
          </p15:clr>
        </p15:guide>
        <p15:guide id="2" pos="7368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41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>
            <a:extLst>
              <a:ext uri="{FF2B5EF4-FFF2-40B4-BE49-F238E27FC236}">
                <a16:creationId xmlns:a16="http://schemas.microsoft.com/office/drawing/2014/main" id="{7C203E5F-10CC-4C39-9C3B-08322486F5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alphaModFix amt="20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958"/>
          <a:stretch/>
        </p:blipFill>
        <p:spPr>
          <a:xfrm>
            <a:off x="0" y="3260891"/>
            <a:ext cx="12282150" cy="4114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F5F7A16-4E2B-4F11-A46F-2F0ADA0A8C50}"/>
              </a:ext>
            </a:extLst>
          </p:cNvPr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4314C7FB-2670-4060-B623-A52586BEB4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345597" y="223705"/>
            <a:ext cx="2846403" cy="450233"/>
            <a:chOff x="768" y="1292"/>
            <a:chExt cx="5241" cy="829"/>
          </a:xfrm>
          <a:solidFill>
            <a:schemeClr val="accent1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28988226-D010-41FE-980E-62BDF13DB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C09FBEAC-F7D9-4313-B1E3-E394B0EF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8649ADC-3B6E-4715-998C-4ED7DC8E84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632EAE99-8B0C-4B27-A756-70325DB91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774B828-5E1C-4B26-AA1C-8D1C7AB2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6AF0BF6-8DEB-4F6A-9ADA-C0CB9C8D50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B21E5AE-396B-40AF-9CF4-4FAA02765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C456ECE-DD6A-4619-93C4-2C06F1931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17ABCCD-5B62-4773-BF0B-4B08A72ED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07EA4914-AC74-4EB8-9118-98D99169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4FDD588-6689-4C92-A238-94D5AB9E6310}"/>
              </a:ext>
            </a:extLst>
          </p:cNvPr>
          <p:cNvCxnSpPr>
            <a:cxnSpLocks/>
            <a:stCxn id="10" idx="36"/>
          </p:cNvCxnSpPr>
          <p:nvPr/>
        </p:nvCxnSpPr>
        <p:spPr>
          <a:xfrm flipH="1" flipV="1">
            <a:off x="6" y="672215"/>
            <a:ext cx="9605838" cy="7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文本&#10;&#10;中度可信度描述已自动生成">
            <a:extLst>
              <a:ext uri="{FF2B5EF4-FFF2-40B4-BE49-F238E27FC236}">
                <a16:creationId xmlns:a16="http://schemas.microsoft.com/office/drawing/2014/main" id="{3D26FA95-DC57-4F76-B973-3EAC95F1D9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6878"/>
            <a:ext cx="1706880" cy="56112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89117-A229-429C-9C25-E8A79F911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392374"/>
            <a:ext cx="11201400" cy="1528763"/>
          </a:xfrm>
        </p:spPr>
        <p:txBody>
          <a:bodyPr/>
          <a:lstStyle/>
          <a:p>
            <a:r>
              <a:rPr lang="zh-CN" altLang="en-US" dirty="0"/>
              <a:t>此处有个大标题</a:t>
            </a:r>
          </a:p>
        </p:txBody>
      </p:sp>
      <p:sp>
        <p:nvSpPr>
          <p:cNvPr id="30" name="内容占位符 29">
            <a:extLst>
              <a:ext uri="{FF2B5EF4-FFF2-40B4-BE49-F238E27FC236}">
                <a16:creationId xmlns:a16="http://schemas.microsoft.com/office/drawing/2014/main" id="{8F32917B-AFB9-542B-1FD2-35D6DD9B765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4345" y="4520219"/>
            <a:ext cx="2903311" cy="454025"/>
          </a:xfrm>
        </p:spPr>
        <p:txBody>
          <a:bodyPr/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</a:p>
        </p:txBody>
      </p:sp>
      <p:sp>
        <p:nvSpPr>
          <p:cNvPr id="31" name="文本占位符 30">
            <a:extLst>
              <a:ext uri="{FF2B5EF4-FFF2-40B4-BE49-F238E27FC236}">
                <a16:creationId xmlns:a16="http://schemas.microsoft.com/office/drawing/2014/main" id="{0D8BD828-08EC-816C-780C-2478B899D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3730698"/>
            <a:ext cx="4122181" cy="598488"/>
          </a:xfrm>
        </p:spPr>
        <p:txBody>
          <a:bodyPr/>
          <a:lstStyle/>
          <a:p>
            <a:r>
              <a:rPr lang="zh-CN" altLang="en-US" dirty="0"/>
              <a:t>汇报人：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390B51-5C40-4F8D-9C54-BC459B180459}"/>
              </a:ext>
            </a:extLst>
          </p:cNvPr>
          <p:cNvSpPr txBox="1"/>
          <p:nvPr/>
        </p:nvSpPr>
        <p:spPr>
          <a:xfrm>
            <a:off x="482600" y="283509"/>
            <a:ext cx="4302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这里预留一个坑位：</a:t>
            </a:r>
            <a:r>
              <a:rPr lang="en-US" altLang="zh-CN" sz="2000" b="1" dirty="0" err="1"/>
              <a:t>xxxxx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项目答辩</a:t>
            </a:r>
          </a:p>
        </p:txBody>
      </p:sp>
    </p:spTree>
    <p:extLst>
      <p:ext uri="{BB962C8B-B14F-4D97-AF65-F5344CB8AC3E}">
        <p14:creationId xmlns:p14="http://schemas.microsoft.com/office/powerpoint/2010/main" val="255481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占位符 38">
            <a:extLst>
              <a:ext uri="{FF2B5EF4-FFF2-40B4-BE49-F238E27FC236}">
                <a16:creationId xmlns:a16="http://schemas.microsoft.com/office/drawing/2014/main" id="{081A63CB-DD5B-8BD6-0D67-946966A030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D214D3BE-4247-F1F3-E076-31E70C4344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文本占位符 40">
            <a:extLst>
              <a:ext uri="{FF2B5EF4-FFF2-40B4-BE49-F238E27FC236}">
                <a16:creationId xmlns:a16="http://schemas.microsoft.com/office/drawing/2014/main" id="{11EA62B0-14C9-D624-41E8-5CA4ED9F671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2" name="文本占位符 41">
            <a:extLst>
              <a:ext uri="{FF2B5EF4-FFF2-40B4-BE49-F238E27FC236}">
                <a16:creationId xmlns:a16="http://schemas.microsoft.com/office/drawing/2014/main" id="{047AF889-1A23-FF92-9D51-3934580DB3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文本占位符 42">
            <a:extLst>
              <a:ext uri="{FF2B5EF4-FFF2-40B4-BE49-F238E27FC236}">
                <a16:creationId xmlns:a16="http://schemas.microsoft.com/office/drawing/2014/main" id="{2CC36F22-579C-1A03-0AF7-64D55C2A85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383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F27B124-DB67-8B2C-56F0-F1DA9299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正文页标题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8F1B67BF-3C86-31CB-E89F-2877BD19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正文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2AFA210-9DFB-58F7-4613-D50132E0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88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531F594-2074-5198-AD0F-21635180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这是一个过渡页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B8007-354F-9F0E-2424-8B12AC0FBA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4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132E476-872C-76B3-0B42-9EEAE6F3DF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此处总结 谢谢观赏</a:t>
            </a:r>
          </a:p>
        </p:txBody>
      </p:sp>
    </p:spTree>
    <p:extLst>
      <p:ext uri="{BB962C8B-B14F-4D97-AF65-F5344CB8AC3E}">
        <p14:creationId xmlns:p14="http://schemas.microsoft.com/office/powerpoint/2010/main" val="18265734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3289;#72759;#147717;#148787;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40</Words>
  <Application>Microsoft Office PowerPoint</Application>
  <PresentationFormat>宽屏</PresentationFormat>
  <Paragraphs>11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黑体</vt:lpstr>
      <vt:lpstr>微软雅黑</vt:lpstr>
      <vt:lpstr>Arial</vt:lpstr>
      <vt:lpstr>Arial Black</vt:lpstr>
      <vt:lpstr>Office 主题​​</vt:lpstr>
      <vt:lpstr>此处有个大标题</vt:lpstr>
      <vt:lpstr>PowerPoint 演示文稿</vt:lpstr>
      <vt:lpstr>正文页标题</vt:lpstr>
      <vt:lpstr>这是一个过渡页</vt:lpstr>
      <vt:lpstr>此处总结 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Yi Li</cp:lastModifiedBy>
  <cp:revision>7</cp:revision>
  <dcterms:created xsi:type="dcterms:W3CDTF">2021-12-04T09:40:10Z</dcterms:created>
  <dcterms:modified xsi:type="dcterms:W3CDTF">2026-07-08T07:33:32Z</dcterms:modified>
  <cp:contentStatus/>
</cp:coreProperties>
</file>