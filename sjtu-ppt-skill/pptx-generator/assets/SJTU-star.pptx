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09" r:id="rId2"/>
    <p:sldId id="514" r:id="rId3"/>
    <p:sldId id="524" r:id="rId4"/>
    <p:sldId id="531" r:id="rId5"/>
    <p:sldId id="53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2C6BB5AE-A4C6-431E-B83A-3905BF2841B4}">
          <p14:sldIdLst>
            <p14:sldId id="509"/>
          </p14:sldIdLst>
        </p14:section>
        <p14:section name="目录与章节页" id="{953A84C6-99AB-4A42-B73B-2C78684FA9EA}">
          <p14:sldIdLst>
            <p14:sldId id="514"/>
            <p14:sldId id="524"/>
          </p14:sldIdLst>
        </p14:section>
        <p14:section name="内容页" id="{492378D0-F367-4E57-BCFF-1FD699F47409}">
          <p14:sldIdLst>
            <p14:sldId id="531"/>
          </p14:sldIdLst>
        </p14:section>
        <p14:section name="封底" id="{FC6E127C-9EBE-422D-9F9B-3F83DE547E0F}">
          <p14:sldIdLst>
            <p14:sldId id="532"/>
          </p14:sldIdLst>
        </p14:section>
        <p14:section name="图标" id="{D1AAE4E8-5ADD-4189-AD4F-8C2A1D63AE5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A65"/>
    <a:srgbClr val="BD9F68"/>
    <a:srgbClr val="C0CDD8"/>
    <a:srgbClr val="CBB387"/>
    <a:srgbClr val="D8C5A4"/>
    <a:srgbClr val="EADFCD"/>
    <a:srgbClr val="F3863B"/>
    <a:srgbClr val="15529B"/>
    <a:srgbClr val="C816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3826" autoAdjust="0"/>
  </p:normalViewPr>
  <p:slideViewPr>
    <p:cSldViewPr snapToGrid="0">
      <p:cViewPr>
        <p:scale>
          <a:sx n="75" d="100"/>
          <a:sy n="75" d="100"/>
        </p:scale>
        <p:origin x="342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B2BB05A-5460-4E9C-AC8C-6B9B6F2C6D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3E9D2A-E7A4-4838-A136-A72021225E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8C3B1-167A-4D27-B8C3-D322959B116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C642CC-5FE3-45A6-901E-1C9358E8CD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3F9B0D-8BEE-486D-9AC9-8DE642F3E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65B007-A24C-447D-B308-6C22707D23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272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2F569-4378-4B9E-B24B-157A870E466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11614-B1B4-4A7E-8484-D6D067AF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06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11614-B1B4-4A7E-8484-D6D067AF10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70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11614-B1B4-4A7E-8484-D6D067AF106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545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11614-B1B4-4A7E-8484-D6D067AF106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971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样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8088B4D-BA4E-47CE-AF4B-D10751DC3C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0ECCD473-58D2-4ACA-BCFE-DEE2E02F1E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652" y="409802"/>
            <a:ext cx="2612072" cy="686742"/>
          </a:xfrm>
          <a:prstGeom prst="rect">
            <a:avLst/>
          </a:prstGeom>
        </p:spPr>
      </p:pic>
      <p:sp>
        <p:nvSpPr>
          <p:cNvPr id="2" name="内容占位符 25">
            <a:extLst>
              <a:ext uri="{FF2B5EF4-FFF2-40B4-BE49-F238E27FC236}">
                <a16:creationId xmlns:a16="http://schemas.microsoft.com/office/drawing/2014/main" id="{DCB27151-7996-B570-E221-C3082715D4D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69561" y="42444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" name="文本占位符 31">
            <a:extLst>
              <a:ext uri="{FF2B5EF4-FFF2-40B4-BE49-F238E27FC236}">
                <a16:creationId xmlns:a16="http://schemas.microsoft.com/office/drawing/2014/main" id="{FE5B297B-C7D0-6208-1622-572E8F3499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9561" y="34549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A41CAB0-7ABE-E77B-4FAE-900426C3DB72}"/>
              </a:ext>
            </a:extLst>
          </p:cNvPr>
          <p:cNvSpPr txBox="1">
            <a:spLocks/>
          </p:cNvSpPr>
          <p:nvPr userDrawn="1"/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HarmonyOS Sans SC Black"/>
              <a:cs typeface="+mj-cs"/>
            </a:endParaRP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9845FC3E-8C89-C19C-E829-191ECC0FD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560" y="1836067"/>
            <a:ext cx="1028424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18723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2038D57-B82D-4159-9063-D234CC193A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412" t="-1" r="10412" b="-103"/>
          <a:stretch>
            <a:fillRect/>
          </a:stretch>
        </p:blipFill>
        <p:spPr>
          <a:xfrm>
            <a:off x="0" y="0"/>
            <a:ext cx="5118100" cy="686503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8CFCD5-9306-4BE7-9BAB-814D65F21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" r="60362"/>
          <a:stretch/>
        </p:blipFill>
        <p:spPr>
          <a:xfrm>
            <a:off x="0" y="-7039"/>
            <a:ext cx="5118100" cy="6865039"/>
          </a:xfrm>
          <a:prstGeom prst="rect">
            <a:avLst/>
          </a:prstGeom>
        </p:spPr>
      </p:pic>
      <p:sp>
        <p:nvSpPr>
          <p:cNvPr id="9" name="Titre 11">
            <a:extLst>
              <a:ext uri="{FF2B5EF4-FFF2-40B4-BE49-F238E27FC236}">
                <a16:creationId xmlns:a16="http://schemas.microsoft.com/office/drawing/2014/main" id="{FA2211A5-F9B0-4BE0-9584-F27B1CE4D1C3}"/>
              </a:ext>
            </a:extLst>
          </p:cNvPr>
          <p:cNvSpPr txBox="1">
            <a:spLocks/>
          </p:cNvSpPr>
          <p:nvPr userDrawn="1"/>
        </p:nvSpPr>
        <p:spPr>
          <a:xfrm>
            <a:off x="197700" y="4604360"/>
            <a:ext cx="1923200" cy="738664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fr-FR" sz="6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re 11">
            <a:extLst>
              <a:ext uri="{FF2B5EF4-FFF2-40B4-BE49-F238E27FC236}">
                <a16:creationId xmlns:a16="http://schemas.microsoft.com/office/drawing/2014/main" id="{703F6139-5173-4F08-B69E-898BF2C578EC}"/>
              </a:ext>
            </a:extLst>
          </p:cNvPr>
          <p:cNvSpPr txBox="1">
            <a:spLocks/>
          </p:cNvSpPr>
          <p:nvPr userDrawn="1"/>
        </p:nvSpPr>
        <p:spPr>
          <a:xfrm>
            <a:off x="197700" y="5352474"/>
            <a:ext cx="2265680" cy="6715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600" b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fr-FR" sz="3600" b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13BC53-BFCD-D87B-6090-1470DC04D35C}"/>
              </a:ext>
            </a:extLst>
          </p:cNvPr>
          <p:cNvSpPr/>
          <p:nvPr userDrawn="1"/>
        </p:nvSpPr>
        <p:spPr>
          <a:xfrm>
            <a:off x="5678850" y="1207959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63A6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2BC2B43-1E5C-A52F-728E-2ADAA69C93CA}"/>
              </a:ext>
            </a:extLst>
          </p:cNvPr>
          <p:cNvGrpSpPr/>
          <p:nvPr userDrawn="1"/>
        </p:nvGrpSpPr>
        <p:grpSpPr>
          <a:xfrm>
            <a:off x="4748575" y="1207959"/>
            <a:ext cx="720000" cy="720000"/>
            <a:chOff x="5412150" y="1180600"/>
            <a:chExt cx="720000" cy="720000"/>
          </a:xfrm>
          <a:effectLst/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7B3B288-3C95-AEEF-3C99-C0D1490A9A15}"/>
                </a:ext>
              </a:extLst>
            </p:cNvPr>
            <p:cNvSpPr/>
            <p:nvPr/>
          </p:nvSpPr>
          <p:spPr>
            <a:xfrm>
              <a:off x="5412150" y="1180600"/>
              <a:ext cx="720000" cy="720000"/>
            </a:xfrm>
            <a:prstGeom prst="rect">
              <a:avLst/>
            </a:prstGeom>
            <a:solidFill>
              <a:srgbClr val="063A6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1</a:t>
              </a:r>
              <a:endParaRPr lang="zh-CN" altLang="en-US" sz="3200" b="1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EE43777-FEE8-BA6D-36EA-9453EB8C5C22}"/>
                </a:ext>
              </a:extLst>
            </p:cNvPr>
            <p:cNvSpPr/>
            <p:nvPr/>
          </p:nvSpPr>
          <p:spPr>
            <a:xfrm>
              <a:off x="5412150" y="1810600"/>
              <a:ext cx="720000" cy="90000"/>
            </a:xfrm>
            <a:prstGeom prst="rect">
              <a:avLst/>
            </a:prstGeom>
            <a:solidFill>
              <a:srgbClr val="BD9F6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52E76E5-DFC6-FB0B-2CD0-9CDF29CF93EA}"/>
              </a:ext>
            </a:extLst>
          </p:cNvPr>
          <p:cNvGrpSpPr/>
          <p:nvPr userDrawn="1"/>
        </p:nvGrpSpPr>
        <p:grpSpPr>
          <a:xfrm>
            <a:off x="4748575" y="2287959"/>
            <a:ext cx="720000" cy="720000"/>
            <a:chOff x="5412150" y="2260600"/>
            <a:chExt cx="720000" cy="7200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DBD2C32-C7CD-0267-4F9C-4F7FABE74A22}"/>
                </a:ext>
              </a:extLst>
            </p:cNvPr>
            <p:cNvSpPr/>
            <p:nvPr/>
          </p:nvSpPr>
          <p:spPr>
            <a:xfrm>
              <a:off x="5412150" y="2260600"/>
              <a:ext cx="720000" cy="720000"/>
            </a:xfrm>
            <a:prstGeom prst="rect">
              <a:avLst/>
            </a:prstGeom>
            <a:solidFill>
              <a:srgbClr val="063A6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2</a:t>
              </a:r>
              <a:endParaRPr lang="zh-CN" altLang="en-US" sz="3200" b="1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F32FBAB-BFF0-947B-9C49-0C847B95AB94}"/>
                </a:ext>
              </a:extLst>
            </p:cNvPr>
            <p:cNvSpPr/>
            <p:nvPr/>
          </p:nvSpPr>
          <p:spPr>
            <a:xfrm>
              <a:off x="5412150" y="2890600"/>
              <a:ext cx="720000" cy="90000"/>
            </a:xfrm>
            <a:prstGeom prst="rect">
              <a:avLst/>
            </a:prstGeom>
            <a:solidFill>
              <a:srgbClr val="BD9F6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EBC0AB9-A4A9-B6F1-B4AC-C5A9A2EB80CF}"/>
              </a:ext>
            </a:extLst>
          </p:cNvPr>
          <p:cNvGrpSpPr/>
          <p:nvPr userDrawn="1"/>
        </p:nvGrpSpPr>
        <p:grpSpPr>
          <a:xfrm>
            <a:off x="4748575" y="3367959"/>
            <a:ext cx="720000" cy="720000"/>
            <a:chOff x="5412150" y="3340600"/>
            <a:chExt cx="720000" cy="7200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C42BF5A-AFFA-A5BA-471F-2BDB87E34D7D}"/>
                </a:ext>
              </a:extLst>
            </p:cNvPr>
            <p:cNvSpPr/>
            <p:nvPr/>
          </p:nvSpPr>
          <p:spPr>
            <a:xfrm>
              <a:off x="5412150" y="3340600"/>
              <a:ext cx="720000" cy="720000"/>
            </a:xfrm>
            <a:prstGeom prst="rect">
              <a:avLst/>
            </a:prstGeom>
            <a:solidFill>
              <a:srgbClr val="063A6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3</a:t>
              </a:r>
              <a:endParaRPr lang="zh-CN" altLang="en-US" sz="3200" b="1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F84D3D8-0E55-FE9C-DAE6-7D3756F507E3}"/>
                </a:ext>
              </a:extLst>
            </p:cNvPr>
            <p:cNvSpPr/>
            <p:nvPr/>
          </p:nvSpPr>
          <p:spPr>
            <a:xfrm>
              <a:off x="5412150" y="3970600"/>
              <a:ext cx="720000" cy="90000"/>
            </a:xfrm>
            <a:prstGeom prst="rect">
              <a:avLst/>
            </a:prstGeom>
            <a:solidFill>
              <a:srgbClr val="BD9F6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FCE97A0-C0C3-39E2-2B96-ABC5F440C336}"/>
              </a:ext>
            </a:extLst>
          </p:cNvPr>
          <p:cNvGrpSpPr/>
          <p:nvPr userDrawn="1"/>
        </p:nvGrpSpPr>
        <p:grpSpPr>
          <a:xfrm>
            <a:off x="4748575" y="4447959"/>
            <a:ext cx="720000" cy="720000"/>
            <a:chOff x="5412150" y="4420600"/>
            <a:chExt cx="720000" cy="7200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A2B13F4-8E53-6D5C-BDFA-916EC2D29F64}"/>
                </a:ext>
              </a:extLst>
            </p:cNvPr>
            <p:cNvSpPr/>
            <p:nvPr/>
          </p:nvSpPr>
          <p:spPr>
            <a:xfrm>
              <a:off x="5412150" y="4420600"/>
              <a:ext cx="720000" cy="720000"/>
            </a:xfrm>
            <a:prstGeom prst="rect">
              <a:avLst/>
            </a:prstGeom>
            <a:solidFill>
              <a:srgbClr val="063A6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4</a:t>
              </a:r>
              <a:endParaRPr lang="zh-CN" altLang="en-US" sz="3200" b="1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C7938C5-071C-4826-66A0-13F7C821D3CF}"/>
                </a:ext>
              </a:extLst>
            </p:cNvPr>
            <p:cNvSpPr/>
            <p:nvPr/>
          </p:nvSpPr>
          <p:spPr>
            <a:xfrm>
              <a:off x="5412150" y="5050600"/>
              <a:ext cx="720000" cy="90000"/>
            </a:xfrm>
            <a:prstGeom prst="rect">
              <a:avLst/>
            </a:prstGeom>
            <a:solidFill>
              <a:srgbClr val="BD9F6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99061A6A-4F7D-1223-1AF1-769F8100B821}"/>
              </a:ext>
            </a:extLst>
          </p:cNvPr>
          <p:cNvSpPr/>
          <p:nvPr userDrawn="1"/>
        </p:nvSpPr>
        <p:spPr>
          <a:xfrm>
            <a:off x="5678850" y="3367959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63A6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8490640-7BEB-7F3A-025B-78085FE35B08}"/>
              </a:ext>
            </a:extLst>
          </p:cNvPr>
          <p:cNvSpPr/>
          <p:nvPr userDrawn="1"/>
        </p:nvSpPr>
        <p:spPr>
          <a:xfrm>
            <a:off x="5678850" y="4447959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63A6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1C24C4-AB6F-C892-14A5-972C20E76798}"/>
              </a:ext>
            </a:extLst>
          </p:cNvPr>
          <p:cNvSpPr/>
          <p:nvPr userDrawn="1"/>
        </p:nvSpPr>
        <p:spPr>
          <a:xfrm>
            <a:off x="5678850" y="2287959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63A6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5" name="文本占位符 31">
            <a:extLst>
              <a:ext uri="{FF2B5EF4-FFF2-40B4-BE49-F238E27FC236}">
                <a16:creationId xmlns:a16="http://schemas.microsoft.com/office/drawing/2014/main" id="{AC532288-10A1-B208-51F6-6C282CE11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55268" y="1270690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rgbClr val="063A65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6" name="文本占位符 31">
            <a:extLst>
              <a:ext uri="{FF2B5EF4-FFF2-40B4-BE49-F238E27FC236}">
                <a16:creationId xmlns:a16="http://schemas.microsoft.com/office/drawing/2014/main" id="{6D18FC54-83A6-E38A-5995-D9D520AC66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55268" y="2348715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rgbClr val="063A65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7" name="文本占位符 31">
            <a:extLst>
              <a:ext uri="{FF2B5EF4-FFF2-40B4-BE49-F238E27FC236}">
                <a16:creationId xmlns:a16="http://schemas.microsoft.com/office/drawing/2014/main" id="{F03899DC-C198-8C8B-CB65-1704B6FAC8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268" y="3432867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rgbClr val="063A65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8" name="文本占位符 31">
            <a:extLst>
              <a:ext uri="{FF2B5EF4-FFF2-40B4-BE49-F238E27FC236}">
                <a16:creationId xmlns:a16="http://schemas.microsoft.com/office/drawing/2014/main" id="{6E0DF98E-F471-DAC6-0058-13684C3574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5268" y="4508715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rgbClr val="063A65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707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51E826-EECB-40F7-9993-EE885258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10800" y="6356350"/>
            <a:ext cx="1657936" cy="365125"/>
          </a:xfrm>
        </p:spPr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50913A5-DAF9-4E12-B895-327254FBC8B3}"/>
              </a:ext>
            </a:extLst>
          </p:cNvPr>
          <p:cNvCxnSpPr>
            <a:cxnSpLocks/>
          </p:cNvCxnSpPr>
          <p:nvPr userDrawn="1"/>
        </p:nvCxnSpPr>
        <p:spPr>
          <a:xfrm>
            <a:off x="0" y="3835400"/>
            <a:ext cx="12192000" cy="0"/>
          </a:xfrm>
          <a:prstGeom prst="line">
            <a:avLst/>
          </a:prstGeom>
          <a:ln w="57150">
            <a:solidFill>
              <a:srgbClr val="BD9F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2FF00004-06EA-4150-BA6E-CE3ABEBC6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4" b="6194"/>
          <a:stretch/>
        </p:blipFill>
        <p:spPr>
          <a:xfrm>
            <a:off x="0" y="-18081"/>
            <a:ext cx="12192000" cy="377864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3495B6AA-62BF-4B36-8DF1-2E91B0FD327E}"/>
              </a:ext>
            </a:extLst>
          </p:cNvPr>
          <p:cNvSpPr/>
          <p:nvPr userDrawn="1"/>
        </p:nvSpPr>
        <p:spPr>
          <a:xfrm>
            <a:off x="0" y="-18081"/>
            <a:ext cx="12192000" cy="3760562"/>
          </a:xfrm>
          <a:prstGeom prst="rect">
            <a:avLst/>
          </a:prstGeom>
          <a:solidFill>
            <a:srgbClr val="063A65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标题占位符 1">
            <a:extLst>
              <a:ext uri="{FF2B5EF4-FFF2-40B4-BE49-F238E27FC236}">
                <a16:creationId xmlns:a16="http://schemas.microsoft.com/office/drawing/2014/main" id="{F59213E1-1C9E-AE47-D2DD-65207B8D4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4087018"/>
            <a:ext cx="8877300" cy="915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63A65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0090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9B5FC7-3FDE-47ED-A005-E0AA7590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798" y="6356350"/>
            <a:ext cx="736600" cy="365125"/>
          </a:xfrm>
        </p:spPr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: 折角 5">
            <a:extLst>
              <a:ext uri="{FF2B5EF4-FFF2-40B4-BE49-F238E27FC236}">
                <a16:creationId xmlns:a16="http://schemas.microsoft.com/office/drawing/2014/main" id="{7476F9B1-EBE3-42FA-8AD2-0C380A55BB81}"/>
              </a:ext>
            </a:extLst>
          </p:cNvPr>
          <p:cNvSpPr/>
          <p:nvPr userDrawn="1"/>
        </p:nvSpPr>
        <p:spPr>
          <a:xfrm>
            <a:off x="7696200" y="1217800"/>
            <a:ext cx="3994899" cy="4743580"/>
          </a:xfrm>
          <a:prstGeom prst="foldedCorner">
            <a:avLst>
              <a:gd name="adj" fmla="val 18394"/>
            </a:avLst>
          </a:prstGeom>
          <a:solidFill>
            <a:srgbClr val="BD9F68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D12F214-122A-402C-96D3-B6A5E7FD0294}"/>
              </a:ext>
            </a:extLst>
          </p:cNvPr>
          <p:cNvSpPr/>
          <p:nvPr userDrawn="1"/>
        </p:nvSpPr>
        <p:spPr>
          <a:xfrm rot="5400000">
            <a:off x="906432" y="752772"/>
            <a:ext cx="123373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01797DEE-528A-49FC-BEEE-0E8A6B686233}"/>
              </a:ext>
            </a:extLst>
          </p:cNvPr>
          <p:cNvSpPr/>
          <p:nvPr userDrawn="1"/>
        </p:nvSpPr>
        <p:spPr>
          <a:xfrm rot="5400000">
            <a:off x="844746" y="-137884"/>
            <a:ext cx="246746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矩形: 折角 9">
            <a:extLst>
              <a:ext uri="{FF2B5EF4-FFF2-40B4-BE49-F238E27FC236}">
                <a16:creationId xmlns:a16="http://schemas.microsoft.com/office/drawing/2014/main" id="{9CF375F9-50F4-4249-8C28-BDE167FEC27D}"/>
              </a:ext>
            </a:extLst>
          </p:cNvPr>
          <p:cNvSpPr/>
          <p:nvPr userDrawn="1"/>
        </p:nvSpPr>
        <p:spPr>
          <a:xfrm>
            <a:off x="654708" y="1273482"/>
            <a:ext cx="10965792" cy="4979987"/>
          </a:xfrm>
          <a:prstGeom prst="foldedCorner">
            <a:avLst>
              <a:gd name="adj" fmla="val 18394"/>
            </a:avLst>
          </a:prstGeom>
          <a:solidFill>
            <a:schemeClr val="bg1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标题 14">
            <a:extLst>
              <a:ext uri="{FF2B5EF4-FFF2-40B4-BE49-F238E27FC236}">
                <a16:creationId xmlns:a16="http://schemas.microsoft.com/office/drawing/2014/main" id="{4D04B493-55E5-4B33-82CA-0550ED6C0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708" y="320599"/>
            <a:ext cx="8857592" cy="630193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63A6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A5043FE-6075-ACDC-0FED-37DCE7F781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224" y="272114"/>
            <a:ext cx="2169174" cy="713098"/>
          </a:xfrm>
          <a:prstGeom prst="rect">
            <a:avLst/>
          </a:prstGeom>
        </p:spPr>
      </p:pic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74047D9B-A151-7C6A-A8B9-0B4B163261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9004" y="1398405"/>
            <a:ext cx="10708288" cy="4665855"/>
          </a:xfrm>
        </p:spPr>
        <p:txBody>
          <a:bodyPr/>
          <a:lstStyle>
            <a:lvl1pPr>
              <a:defRPr>
                <a:solidFill>
                  <a:srgbClr val="063A65"/>
                </a:solidFill>
              </a:defRPr>
            </a:lvl1pPr>
            <a:lvl2pPr>
              <a:defRPr>
                <a:solidFill>
                  <a:srgbClr val="063A65"/>
                </a:solidFill>
              </a:defRPr>
            </a:lvl2pPr>
            <a:lvl3pPr>
              <a:defRPr>
                <a:solidFill>
                  <a:srgbClr val="063A65"/>
                </a:solidFill>
              </a:defRPr>
            </a:lvl3pPr>
            <a:lvl4pPr>
              <a:defRPr>
                <a:solidFill>
                  <a:srgbClr val="063A65"/>
                </a:solidFill>
              </a:defRPr>
            </a:lvl4pPr>
            <a:lvl5pPr>
              <a:defRPr>
                <a:solidFill>
                  <a:srgbClr val="063A65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83811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AA987E-A58B-44F4-BE82-CF2A8F3B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E0DAC3-901B-4EC7-BE4A-6D0693C7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E22732-F492-41FE-9E22-6610D3B9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B286C28-EADC-40E4-998C-040B88D8E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0"/>
            <a:ext cx="12192001" cy="6858000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27835F2-4481-4F05-AB59-A5BF4635ED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3A65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D866AF3-AB69-B4FD-338A-097E1B4A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2"/>
            <a:ext cx="7096126" cy="9286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350040A9-B465-478E-9476-26EC1F9635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7951" y="5616768"/>
            <a:ext cx="2813049" cy="73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70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25E381-EA58-4975-B238-8FA632044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70187C-8796-4249-990A-FB684324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D91CDE-F2A0-41DA-93EC-138E088FE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EB40B-E238-4CDB-B950-9FF881645F2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60DED4-4CAB-4916-A78A-CF3FC216E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43020A-9CA1-4F86-9A1D-27F86A468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20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70" r:id="rId4"/>
    <p:sldLayoutId id="214748367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E3261B8-4738-A7F2-32B4-9717EDB3BC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9040DBF-E8A0-6366-D7DE-68FE1FF06F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416AE57-BEE8-3765-3A8D-2450B131E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9363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A2D3A704-FAC0-484A-95D5-6F86BD01F63B}"/>
              </a:ext>
            </a:extLst>
          </p:cNvPr>
          <p:cNvGrpSpPr/>
          <p:nvPr/>
        </p:nvGrpSpPr>
        <p:grpSpPr>
          <a:xfrm>
            <a:off x="7460475" y="1892062"/>
            <a:ext cx="2049285" cy="738664"/>
            <a:chOff x="7460475" y="903174"/>
            <a:chExt cx="2049285" cy="738664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BB53500-12F6-4E33-BD80-D3FD623FE654}"/>
                </a:ext>
              </a:extLst>
            </p:cNvPr>
            <p:cNvSpPr txBox="1"/>
            <p:nvPr/>
          </p:nvSpPr>
          <p:spPr>
            <a:xfrm>
              <a:off x="7460475" y="903174"/>
              <a:ext cx="20492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第一章 标题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0CBE827-4354-404D-AB86-24397DB56436}"/>
                </a:ext>
              </a:extLst>
            </p:cNvPr>
            <p:cNvSpPr txBox="1"/>
            <p:nvPr/>
          </p:nvSpPr>
          <p:spPr>
            <a:xfrm>
              <a:off x="7460475" y="1303284"/>
              <a:ext cx="13787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13D9557-E3D7-4BB0-9206-F019E610200A}"/>
              </a:ext>
            </a:extLst>
          </p:cNvPr>
          <p:cNvGrpSpPr/>
          <p:nvPr/>
        </p:nvGrpSpPr>
        <p:grpSpPr>
          <a:xfrm>
            <a:off x="7460474" y="2805192"/>
            <a:ext cx="2049285" cy="738664"/>
            <a:chOff x="7460475" y="903174"/>
            <a:chExt cx="2049285" cy="738664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C018A72-E459-4622-9258-BB0EFDC2BCEC}"/>
                </a:ext>
              </a:extLst>
            </p:cNvPr>
            <p:cNvSpPr txBox="1"/>
            <p:nvPr/>
          </p:nvSpPr>
          <p:spPr>
            <a:xfrm>
              <a:off x="7460475" y="903174"/>
              <a:ext cx="20492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第二章 标题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7DB08A7-9393-4CF2-B9E3-E913BCE69CAF}"/>
                </a:ext>
              </a:extLst>
            </p:cNvPr>
            <p:cNvSpPr txBox="1"/>
            <p:nvPr/>
          </p:nvSpPr>
          <p:spPr>
            <a:xfrm>
              <a:off x="7460475" y="1303284"/>
              <a:ext cx="13787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D433409-AE5B-4A07-853D-F4FAF35BEC2D}"/>
              </a:ext>
            </a:extLst>
          </p:cNvPr>
          <p:cNvGrpSpPr/>
          <p:nvPr/>
        </p:nvGrpSpPr>
        <p:grpSpPr>
          <a:xfrm>
            <a:off x="7460475" y="3718322"/>
            <a:ext cx="2049285" cy="738664"/>
            <a:chOff x="7460475" y="903174"/>
            <a:chExt cx="2049285" cy="738664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0F4F233-CBF7-4464-992B-CB2113B68D51}"/>
                </a:ext>
              </a:extLst>
            </p:cNvPr>
            <p:cNvSpPr txBox="1"/>
            <p:nvPr/>
          </p:nvSpPr>
          <p:spPr>
            <a:xfrm>
              <a:off x="7460475" y="903174"/>
              <a:ext cx="20492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第三章 标题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A9B2793-FE35-4D78-9C5A-AB1B9973ED0E}"/>
                </a:ext>
              </a:extLst>
            </p:cNvPr>
            <p:cNvSpPr txBox="1"/>
            <p:nvPr/>
          </p:nvSpPr>
          <p:spPr>
            <a:xfrm>
              <a:off x="7460475" y="1303284"/>
              <a:ext cx="13787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1250D36-7A4F-4851-A062-41B0110908F9}"/>
              </a:ext>
            </a:extLst>
          </p:cNvPr>
          <p:cNvGrpSpPr/>
          <p:nvPr/>
        </p:nvGrpSpPr>
        <p:grpSpPr>
          <a:xfrm>
            <a:off x="7460473" y="4631452"/>
            <a:ext cx="2049285" cy="738664"/>
            <a:chOff x="7460475" y="903174"/>
            <a:chExt cx="2049285" cy="738664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25AE3ED-2A66-46C1-8FDB-BAE97DE3A44E}"/>
                </a:ext>
              </a:extLst>
            </p:cNvPr>
            <p:cNvSpPr txBox="1"/>
            <p:nvPr/>
          </p:nvSpPr>
          <p:spPr>
            <a:xfrm>
              <a:off x="7460475" y="903174"/>
              <a:ext cx="20492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第四章 标题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F54D55F-FD4A-4D86-802F-870B14F2B6D8}"/>
                </a:ext>
              </a:extLst>
            </p:cNvPr>
            <p:cNvSpPr txBox="1"/>
            <p:nvPr/>
          </p:nvSpPr>
          <p:spPr>
            <a:xfrm>
              <a:off x="7460475" y="1303284"/>
              <a:ext cx="13787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027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0C22D5-29FE-0B56-EBC6-40BB65E14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231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FD7B8527-3D6C-1DE2-86CE-0BCA310D2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7A587D9-C91A-B55F-F76B-3A46655B10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2991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747AB8D-3166-26B3-3B51-032D1C19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感谢收看</a:t>
            </a:r>
          </a:p>
        </p:txBody>
      </p:sp>
    </p:spTree>
    <p:extLst>
      <p:ext uri="{BB962C8B-B14F-4D97-AF65-F5344CB8AC3E}">
        <p14:creationId xmlns:p14="http://schemas.microsoft.com/office/powerpoint/2010/main" val="3111152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4990</TotalTime>
  <Words>21</Words>
  <Application>Microsoft Office PowerPoint</Application>
  <PresentationFormat>宽屏</PresentationFormat>
  <Paragraphs>12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HarmonyOS Sans SC Black</vt:lpstr>
      <vt:lpstr>等线</vt:lpstr>
      <vt:lpstr>等线 Light</vt:lpstr>
      <vt:lpstr>微软雅黑</vt:lpstr>
      <vt:lpstr>Arial</vt:lpstr>
      <vt:lpstr>Segoe UI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感谢收看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 Ze</dc:creator>
  <cp:lastModifiedBy>Yi Li</cp:lastModifiedBy>
  <cp:revision>45</cp:revision>
  <dcterms:created xsi:type="dcterms:W3CDTF">2021-11-08T16:57:38Z</dcterms:created>
  <dcterms:modified xsi:type="dcterms:W3CDTF">2026-07-08T03:34:32Z</dcterms:modified>
</cp:coreProperties>
</file>