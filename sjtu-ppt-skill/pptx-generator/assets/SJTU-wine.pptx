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
  </p:notesMasterIdLst>
  <p:handoutMasterIdLst>
    <p:handoutMasterId r:id="rId8"/>
  </p:handoutMasterIdLst>
  <p:sldIdLst>
    <p:sldId id="259" r:id="rId2"/>
    <p:sldId id="1756" r:id="rId3"/>
    <p:sldId id="269" r:id="rId4"/>
    <p:sldId id="1760" r:id="rId5"/>
    <p:sldId id="1764" r:id="rId6"/>
  </p:sldIdLst>
  <p:sldSz cx="12192000" cy="6858000"/>
  <p:notesSz cx="6858000" cy="9144000"/>
  <p:custDataLst>
    <p:tags r:id="rId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3863" userDrawn="1">
          <p15:clr>
            <a:srgbClr val="A4A3A4"/>
          </p15:clr>
        </p15:guide>
        <p15:guide id="5" orient="horz" pos="1003" userDrawn="1">
          <p15:clr>
            <a:srgbClr val="A4A3A4"/>
          </p15:clr>
        </p15:guide>
        <p15:guide id="6" orient="horz" pos="1502" userDrawn="1">
          <p15:clr>
            <a:srgbClr val="A4A3A4"/>
          </p15:clr>
        </p15:guide>
        <p15:guide id="7" orient="horz" pos="3113" userDrawn="1">
          <p15:clr>
            <a:srgbClr val="A4A3A4"/>
          </p15:clr>
        </p15:guide>
        <p15:guide id="8" pos="2128" userDrawn="1">
          <p15:clr>
            <a:srgbClr val="A4A3A4"/>
          </p15:clr>
        </p15:guide>
        <p15:guide id="9" pos="4067" userDrawn="1">
          <p15:clr>
            <a:srgbClr val="A4A3A4"/>
          </p15:clr>
        </p15:guide>
        <p15:guide id="10" pos="5972" userDrawn="1">
          <p15:clr>
            <a:srgbClr val="A4A3A4"/>
          </p15:clr>
        </p15:guide>
        <p15:guide id="11" pos="5314" userDrawn="1">
          <p15:clr>
            <a:srgbClr val="A4A3A4"/>
          </p15:clr>
        </p15:guide>
        <p15:guide id="12" pos="227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CFBD"/>
    <a:srgbClr val="A62038"/>
    <a:srgbClr val="E8E8E8"/>
    <a:srgbClr val="F2F2F2"/>
    <a:srgbClr val="DBDBDB"/>
    <a:srgbClr val="404040"/>
    <a:srgbClr val="FEE848"/>
    <a:srgbClr val="E85106"/>
    <a:srgbClr val="9F0811"/>
    <a:srgbClr val="A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9325" autoAdjust="0"/>
    <p:restoredTop sz="94289" autoAdjust="0"/>
  </p:normalViewPr>
  <p:slideViewPr>
    <p:cSldViewPr snapToGrid="0" showGuides="1">
      <p:cViewPr>
        <p:scale>
          <a:sx n="66" d="100"/>
          <a:sy n="66" d="100"/>
        </p:scale>
        <p:origin x="954" y="774"/>
      </p:cViewPr>
      <p:guideLst>
        <p:guide pos="3863"/>
        <p:guide orient="horz" pos="1003"/>
        <p:guide orient="horz" pos="1502"/>
        <p:guide orient="horz" pos="3113"/>
        <p:guide pos="2128"/>
        <p:guide pos="4067"/>
        <p:guide pos="5972"/>
        <p:guide pos="5314"/>
        <p:guide pos="2275"/>
      </p:guideLst>
    </p:cSldViewPr>
  </p:slideViewPr>
  <p:outlineViewPr>
    <p:cViewPr>
      <p:scale>
        <a:sx n="33" d="100"/>
        <a:sy n="33" d="100"/>
      </p:scale>
      <p:origin x="0" y="-8496"/>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85" d="100"/>
          <a:sy n="85" d="100"/>
        </p:scale>
        <p:origin x="380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08DB251-D803-4475-8281-4947A89E790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CC6218A5-2289-4813-A341-6263B16CBAD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12A60F-63B3-4D54-AA63-B159FADA9F31}" type="datetimeFigureOut">
              <a:rPr lang="zh-CN" altLang="en-US" smtClean="0"/>
              <a:t>2026/6/24</a:t>
            </a:fld>
            <a:endParaRPr lang="zh-CN" altLang="en-US"/>
          </a:p>
        </p:txBody>
      </p:sp>
      <p:sp>
        <p:nvSpPr>
          <p:cNvPr id="4" name="页脚占位符 3">
            <a:extLst>
              <a:ext uri="{FF2B5EF4-FFF2-40B4-BE49-F238E27FC236}">
                <a16:creationId xmlns:a16="http://schemas.microsoft.com/office/drawing/2014/main" id="{597CE9A9-1C60-4F0A-AA63-4467F58DE8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691EA911-14C2-4254-9079-FD9EC1C139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94E6C1-322F-4AF4-A541-6A7DCE3853A3}" type="slidenum">
              <a:rPr lang="zh-CN" altLang="en-US" smtClean="0"/>
              <a:t>‹#›</a:t>
            </a:fld>
            <a:endParaRPr lang="zh-CN" altLang="en-US"/>
          </a:p>
        </p:txBody>
      </p:sp>
    </p:spTree>
    <p:extLst>
      <p:ext uri="{BB962C8B-B14F-4D97-AF65-F5344CB8AC3E}">
        <p14:creationId xmlns:p14="http://schemas.microsoft.com/office/powerpoint/2010/main" val="26884180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513A3C-D0C5-45C0-BD52-194E76396705}" type="datetimeFigureOut">
              <a:rPr lang="zh-CN" altLang="en-US" smtClean="0"/>
              <a:t>2026/6/24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0D5545-95D4-489F-B8ED-7EAFA774B567}" type="slidenum">
              <a:rPr lang="zh-CN" altLang="en-US" smtClean="0"/>
              <a:t>‹#›</a:t>
            </a:fld>
            <a:endParaRPr lang="zh-CN" altLang="en-US"/>
          </a:p>
        </p:txBody>
      </p:sp>
    </p:spTree>
    <p:extLst>
      <p:ext uri="{BB962C8B-B14F-4D97-AF65-F5344CB8AC3E}">
        <p14:creationId xmlns:p14="http://schemas.microsoft.com/office/powerpoint/2010/main" val="932241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0D5545-95D4-489F-B8ED-7EAFA774B567}" type="slidenum">
              <a:rPr lang="zh-CN" altLang="en-US" smtClean="0"/>
              <a:t>4</a:t>
            </a:fld>
            <a:endParaRPr lang="zh-CN" altLang="en-US"/>
          </a:p>
        </p:txBody>
      </p:sp>
    </p:spTree>
    <p:extLst>
      <p:ext uri="{BB962C8B-B14F-4D97-AF65-F5344CB8AC3E}">
        <p14:creationId xmlns:p14="http://schemas.microsoft.com/office/powerpoint/2010/main" val="9428258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microsoft.com/office/2007/relationships/hdphoto" Target="../media/hdphoto3.wdp"/><Relationship Id="rId5" Type="http://schemas.openxmlformats.org/officeDocument/2006/relationships/image" Target="../media/image7.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0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82F5E00-5B9C-41CD-8DF8-3181F8B0B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25335"/>
          <a:stretch/>
        </p:blipFill>
        <p:spPr>
          <a:xfrm>
            <a:off x="4878746" y="-13844"/>
            <a:ext cx="7525799" cy="6871844"/>
          </a:xfrm>
          <a:prstGeom prst="rect">
            <a:avLst/>
          </a:prstGeom>
        </p:spPr>
      </p:pic>
      <p:sp>
        <p:nvSpPr>
          <p:cNvPr id="15" name="任意多边形: 形状 14">
            <a:extLst>
              <a:ext uri="{FF2B5EF4-FFF2-40B4-BE49-F238E27FC236}">
                <a16:creationId xmlns:a16="http://schemas.microsoft.com/office/drawing/2014/main" id="{5BF07AB2-7F41-4ADA-A8ED-CC4BC5A62688}"/>
              </a:ext>
            </a:extLst>
          </p:cNvPr>
          <p:cNvSpPr/>
          <p:nvPr userDrawn="1"/>
        </p:nvSpPr>
        <p:spPr>
          <a:xfrm>
            <a:off x="1" y="-13844"/>
            <a:ext cx="9051317" cy="6871844"/>
          </a:xfrm>
          <a:custGeom>
            <a:avLst/>
            <a:gdLst>
              <a:gd name="connsiteX0" fmla="*/ 0 w 9051317"/>
              <a:gd name="connsiteY0" fmla="*/ 0 h 6871844"/>
              <a:gd name="connsiteX1" fmla="*/ 8724495 w 9051317"/>
              <a:gd name="connsiteY1" fmla="*/ 0 h 6871844"/>
              <a:gd name="connsiteX2" fmla="*/ 8832115 w 9051317"/>
              <a:gd name="connsiteY2" fmla="*/ 466295 h 6871844"/>
              <a:gd name="connsiteX3" fmla="*/ 9051317 w 9051317"/>
              <a:gd name="connsiteY3" fmla="*/ 2640728 h 6871844"/>
              <a:gd name="connsiteX4" fmla="*/ 8203435 w 9051317"/>
              <a:gd name="connsiteY4" fmla="*/ 6840435 h 6871844"/>
              <a:gd name="connsiteX5" fmla="*/ 8189236 w 9051317"/>
              <a:gd name="connsiteY5" fmla="*/ 6871844 h 6871844"/>
              <a:gd name="connsiteX6" fmla="*/ 0 w 9051317"/>
              <a:gd name="connsiteY6" fmla="*/ 6871844 h 6871844"/>
              <a:gd name="connsiteX7" fmla="*/ 0 w 9051317"/>
              <a:gd name="connsiteY7" fmla="*/ 0 h 6871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51317" h="6871844">
                <a:moveTo>
                  <a:pt x="0" y="0"/>
                </a:moveTo>
                <a:lnTo>
                  <a:pt x="8724495" y="0"/>
                </a:lnTo>
                <a:lnTo>
                  <a:pt x="8832115" y="466295"/>
                </a:lnTo>
                <a:cubicBezTo>
                  <a:pt x="8975839" y="1168657"/>
                  <a:pt x="9051317" y="1895878"/>
                  <a:pt x="9051317" y="2640728"/>
                </a:cubicBezTo>
                <a:cubicBezTo>
                  <a:pt x="9051317" y="4130428"/>
                  <a:pt x="8749407" y="5549614"/>
                  <a:pt x="8203435" y="6840435"/>
                </a:cubicBezTo>
                <a:lnTo>
                  <a:pt x="8189236" y="6871844"/>
                </a:lnTo>
                <a:lnTo>
                  <a:pt x="0" y="6871844"/>
                </a:lnTo>
                <a:lnTo>
                  <a:pt x="0" y="0"/>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a:extLst>
              <a:ext uri="{FF2B5EF4-FFF2-40B4-BE49-F238E27FC236}">
                <a16:creationId xmlns:a16="http://schemas.microsoft.com/office/drawing/2014/main" id="{2AEBE37D-A227-4421-A672-62C6AC13A619}"/>
              </a:ext>
            </a:extLst>
          </p:cNvPr>
          <p:cNvSpPr/>
          <p:nvPr userDrawn="1"/>
        </p:nvSpPr>
        <p:spPr>
          <a:xfrm>
            <a:off x="0" y="-13844"/>
            <a:ext cx="8775700" cy="6871844"/>
          </a:xfrm>
          <a:custGeom>
            <a:avLst/>
            <a:gdLst>
              <a:gd name="connsiteX0" fmla="*/ 0 w 7775476"/>
              <a:gd name="connsiteY0" fmla="*/ 0 h 6858000"/>
              <a:gd name="connsiteX1" fmla="*/ 7326808 w 7775476"/>
              <a:gd name="connsiteY1" fmla="*/ 0 h 6858000"/>
              <a:gd name="connsiteX2" fmla="*/ 7370317 w 7775476"/>
              <a:gd name="connsiteY2" fmla="*/ 107072 h 6858000"/>
              <a:gd name="connsiteX3" fmla="*/ 7775476 w 7775476"/>
              <a:gd name="connsiteY3" fmla="*/ 2334639 h 6858000"/>
              <a:gd name="connsiteX4" fmla="*/ 6040912 w 7775476"/>
              <a:gd name="connsiteY4" fmla="*/ 6690718 h 6858000"/>
              <a:gd name="connsiteX5" fmla="*/ 5876541 w 7775476"/>
              <a:gd name="connsiteY5" fmla="*/ 6858000 h 6858000"/>
              <a:gd name="connsiteX6" fmla="*/ 0 w 7775476"/>
              <a:gd name="connsiteY6" fmla="*/ 6858000 h 6858000"/>
              <a:gd name="connsiteX7" fmla="*/ 0 w 7775476"/>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75476" h="6858000">
                <a:moveTo>
                  <a:pt x="0" y="0"/>
                </a:moveTo>
                <a:lnTo>
                  <a:pt x="7326808" y="0"/>
                </a:lnTo>
                <a:lnTo>
                  <a:pt x="7370317" y="107072"/>
                </a:lnTo>
                <a:cubicBezTo>
                  <a:pt x="7632429" y="801663"/>
                  <a:pt x="7775476" y="1551942"/>
                  <a:pt x="7775476" y="2334639"/>
                </a:cubicBezTo>
                <a:cubicBezTo>
                  <a:pt x="7775476" y="4011847"/>
                  <a:pt x="7118627" y="5540198"/>
                  <a:pt x="6040912" y="6690718"/>
                </a:cubicBezTo>
                <a:lnTo>
                  <a:pt x="5876541" y="6858000"/>
                </a:lnTo>
                <a:lnTo>
                  <a:pt x="0" y="6858000"/>
                </a:lnTo>
                <a:lnTo>
                  <a:pt x="0" y="0"/>
                </a:lnTo>
                <a:close/>
              </a:path>
            </a:pathLst>
          </a:cu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标题 1">
            <a:extLst>
              <a:ext uri="{FF2B5EF4-FFF2-40B4-BE49-F238E27FC236}">
                <a16:creationId xmlns:a16="http://schemas.microsoft.com/office/drawing/2014/main" id="{9AF74CDA-19DD-45C1-88FF-2379736830CB}"/>
              </a:ext>
            </a:extLst>
          </p:cNvPr>
          <p:cNvSpPr>
            <a:spLocks noGrp="1"/>
          </p:cNvSpPr>
          <p:nvPr>
            <p:ph type="title" hasCustomPrompt="1"/>
          </p:nvPr>
        </p:nvSpPr>
        <p:spPr>
          <a:xfrm>
            <a:off x="1069561" y="1742554"/>
            <a:ext cx="7525799" cy="1789918"/>
          </a:xfrm>
          <a:prstGeom prst="rect">
            <a:avLst/>
          </a:prstGeom>
        </p:spPr>
        <p:txBody>
          <a:bodyPr anchor="t">
            <a:noAutofit/>
          </a:bodyPr>
          <a:lstStyle>
            <a:lvl1pPr algn="l">
              <a:lnSpc>
                <a:spcPct val="100000"/>
              </a:lnSpc>
              <a:defRPr sz="5400" b="1" spc="300">
                <a:solidFill>
                  <a:schemeClr val="bg1"/>
                </a:solidFill>
              </a:defRPr>
            </a:lvl1pPr>
          </a:lstStyle>
          <a:p>
            <a:r>
              <a:rPr lang="zh-CN" altLang="en-US" dirty="0"/>
              <a:t>单击此处编辑标题样式</a:t>
            </a:r>
          </a:p>
        </p:txBody>
      </p:sp>
      <p:sp>
        <p:nvSpPr>
          <p:cNvPr id="32" name="文本占位符 31">
            <a:extLst>
              <a:ext uri="{FF2B5EF4-FFF2-40B4-BE49-F238E27FC236}">
                <a16:creationId xmlns:a16="http://schemas.microsoft.com/office/drawing/2014/main" id="{F905EEBF-8ACE-4D30-A4F5-C5796F8343A2}"/>
              </a:ext>
            </a:extLst>
          </p:cNvPr>
          <p:cNvSpPr>
            <a:spLocks noGrp="1"/>
          </p:cNvSpPr>
          <p:nvPr>
            <p:ph type="body" sz="quarter" idx="11"/>
          </p:nvPr>
        </p:nvSpPr>
        <p:spPr>
          <a:xfrm>
            <a:off x="1069561" y="3748822"/>
            <a:ext cx="6933903" cy="598488"/>
          </a:xfrm>
          <a:prstGeom prst="rect">
            <a:avLst/>
          </a:prstGeom>
        </p:spPr>
        <p:txBody>
          <a:bodyPr anchor="ctr"/>
          <a:lstStyle>
            <a:lvl1pPr marL="0" indent="0" algn="l">
              <a:lnSpc>
                <a:spcPct val="100000"/>
              </a:lnSpc>
              <a:buNone/>
              <a:defRPr sz="1800" b="0" spc="300">
                <a:solidFill>
                  <a:schemeClr val="bg1"/>
                </a:solidFill>
              </a:defRPr>
            </a:lvl1pPr>
          </a:lstStyle>
          <a:p>
            <a:pPr lvl="0"/>
            <a:endParaRPr lang="zh-CN" altLang="en-US" dirty="0"/>
          </a:p>
        </p:txBody>
      </p:sp>
      <p:pic>
        <p:nvPicPr>
          <p:cNvPr id="20" name="图片 19">
            <a:extLst>
              <a:ext uri="{FF2B5EF4-FFF2-40B4-BE49-F238E27FC236}">
                <a16:creationId xmlns:a16="http://schemas.microsoft.com/office/drawing/2014/main" id="{C5D7FF0B-8922-4688-B5F8-52E70585A558}"/>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24241" y="291559"/>
            <a:ext cx="2577988" cy="847493"/>
          </a:xfrm>
          <a:prstGeom prst="rect">
            <a:avLst/>
          </a:prstGeom>
        </p:spPr>
      </p:pic>
      <p:grpSp>
        <p:nvGrpSpPr>
          <p:cNvPr id="21" name="组合 20">
            <a:extLst>
              <a:ext uri="{FF2B5EF4-FFF2-40B4-BE49-F238E27FC236}">
                <a16:creationId xmlns:a16="http://schemas.microsoft.com/office/drawing/2014/main" id="{0DC1F6D2-D5DE-4FA1-9369-A2B60320225E}"/>
              </a:ext>
            </a:extLst>
          </p:cNvPr>
          <p:cNvGrpSpPr/>
          <p:nvPr userDrawn="1"/>
        </p:nvGrpSpPr>
        <p:grpSpPr>
          <a:xfrm>
            <a:off x="1142749" y="5385894"/>
            <a:ext cx="2895851" cy="747975"/>
            <a:chOff x="1142749" y="5535283"/>
            <a:chExt cx="2895851" cy="747975"/>
          </a:xfrm>
        </p:grpSpPr>
        <p:pic>
          <p:nvPicPr>
            <p:cNvPr id="25" name="图片 24">
              <a:extLst>
                <a:ext uri="{FF2B5EF4-FFF2-40B4-BE49-F238E27FC236}">
                  <a16:creationId xmlns:a16="http://schemas.microsoft.com/office/drawing/2014/main" id="{B7B446E1-6CF5-486B-8D91-6373830B67F7}"/>
                </a:ext>
              </a:extLst>
            </p:cNvPr>
            <p:cNvPicPr>
              <a:picLocks noChangeAspect="1"/>
            </p:cNvPicPr>
            <p:nvPr/>
          </p:nvPicPr>
          <p:blipFill rotWithShape="1">
            <a:blip r:embed="rId5" cstate="print">
              <a:lum bright="70000" contrast="-70000"/>
              <a:extLst>
                <a:ext uri="{BEBA8EAE-BF5A-486C-A8C5-ECC9F3942E4B}">
                  <a14:imgProps xmlns:a14="http://schemas.microsoft.com/office/drawing/2010/main">
                    <a14:imgLayer r:embed="rId6">
                      <a14:imgEffect>
                        <a14:saturation sat="0"/>
                      </a14:imgEffect>
                      <a14:imgEffect>
                        <a14:brightnessContrast bright="20000" contrast="20000"/>
                      </a14:imgEffect>
                    </a14:imgLayer>
                  </a14:imgProps>
                </a:ext>
                <a:ext uri="{28A0092B-C50C-407E-A947-70E740481C1C}">
                  <a14:useLocalDpi xmlns:a14="http://schemas.microsoft.com/office/drawing/2010/main" val="0"/>
                </a:ext>
              </a:extLst>
            </a:blip>
            <a:srcRect l="68781" t="-39299" r="3657"/>
            <a:stretch/>
          </p:blipFill>
          <p:spPr>
            <a:xfrm>
              <a:off x="1231900" y="5535283"/>
              <a:ext cx="2626310" cy="455772"/>
            </a:xfrm>
            <a:prstGeom prst="rect">
              <a:avLst/>
            </a:prstGeom>
          </p:spPr>
        </p:pic>
        <p:pic>
          <p:nvPicPr>
            <p:cNvPr id="26" name="图片 25">
              <a:extLst>
                <a:ext uri="{FF2B5EF4-FFF2-40B4-BE49-F238E27FC236}">
                  <a16:creationId xmlns:a16="http://schemas.microsoft.com/office/drawing/2014/main" id="{419F73E6-8430-4D91-B381-92179A8749E9}"/>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tretch>
              <a:fillRect/>
            </a:stretch>
          </p:blipFill>
          <p:spPr>
            <a:xfrm>
              <a:off x="1142749" y="6027204"/>
              <a:ext cx="2895851" cy="256054"/>
            </a:xfrm>
            <a:prstGeom prst="rect">
              <a:avLst/>
            </a:prstGeom>
          </p:spPr>
        </p:pic>
      </p:grpSp>
    </p:spTree>
    <p:extLst>
      <p:ext uri="{BB962C8B-B14F-4D97-AF65-F5344CB8AC3E}">
        <p14:creationId xmlns:p14="http://schemas.microsoft.com/office/powerpoint/2010/main" val="2368641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目录-1">
    <p:spTree>
      <p:nvGrpSpPr>
        <p:cNvPr id="1" name=""/>
        <p:cNvGrpSpPr/>
        <p:nvPr/>
      </p:nvGrpSpPr>
      <p:grpSpPr>
        <a:xfrm>
          <a:off x="0" y="0"/>
          <a:ext cx="0" cy="0"/>
          <a:chOff x="0" y="0"/>
          <a:chExt cx="0" cy="0"/>
        </a:xfrm>
      </p:grpSpPr>
      <p:sp>
        <p:nvSpPr>
          <p:cNvPr id="17" name="Object 2010">
            <a:extLst>
              <a:ext uri="{FF2B5EF4-FFF2-40B4-BE49-F238E27FC236}">
                <a16:creationId xmlns:a16="http://schemas.microsoft.com/office/drawing/2014/main" id="{97D16C68-09BE-48D4-B317-0E62385A4AB7}"/>
              </a:ext>
            </a:extLst>
          </p:cNvPr>
          <p:cNvSpPr txBox="1"/>
          <p:nvPr userDrawn="1"/>
        </p:nvSpPr>
        <p:spPr>
          <a:xfrm>
            <a:off x="921270" y="2093253"/>
            <a:ext cx="2282428" cy="781050"/>
          </a:xfrm>
          <a:prstGeom prst="rect">
            <a:avLst/>
          </a:prstGeom>
        </p:spPr>
        <p:txBody>
          <a:bodyPr vert="horz" rtlCol="0" anchor="t" anchorCtr="0">
            <a:noAutofit/>
          </a:bodyPr>
          <a:lstStyle/>
          <a:p>
            <a:pPr defTabSz="457200">
              <a:lnSpc>
                <a:spcPct val="83333"/>
              </a:lnSpc>
            </a:pPr>
            <a:r>
              <a:rPr lang="zh-CN" altLang="en-US" sz="6125" spc="-123" dirty="0">
                <a:solidFill>
                  <a:srgbClr val="FFFFFF"/>
                </a:solidFill>
                <a:latin typeface="微软雅黑" panose="020B0503020204020204" pitchFamily="34" charset="-122"/>
                <a:ea typeface="微软雅黑" panose="020B0503020204020204" pitchFamily="34" charset="-122"/>
              </a:rPr>
              <a:t>目录</a:t>
            </a:r>
            <a:endParaRPr lang="zh-CN" altLang="en-US" sz="900">
              <a:solidFill>
                <a:prstClr val="black"/>
              </a:solidFill>
              <a:latin typeface="微软雅黑" panose="020B0503020204020204" pitchFamily="34" charset="-122"/>
              <a:ea typeface="微软雅黑" panose="020B0503020204020204" pitchFamily="34" charset="-122"/>
            </a:endParaRPr>
          </a:p>
        </p:txBody>
      </p:sp>
      <p:sp>
        <p:nvSpPr>
          <p:cNvPr id="20" name="Object 2011">
            <a:extLst>
              <a:ext uri="{FF2B5EF4-FFF2-40B4-BE49-F238E27FC236}">
                <a16:creationId xmlns:a16="http://schemas.microsoft.com/office/drawing/2014/main" id="{724F8D4B-8C2E-4306-B787-654B6E9690BC}"/>
              </a:ext>
            </a:extLst>
          </p:cNvPr>
          <p:cNvSpPr txBox="1"/>
          <p:nvPr userDrawn="1"/>
        </p:nvSpPr>
        <p:spPr>
          <a:xfrm>
            <a:off x="771525" y="3213440"/>
            <a:ext cx="2781300" cy="457200"/>
          </a:xfrm>
          <a:prstGeom prst="rect">
            <a:avLst/>
          </a:prstGeom>
        </p:spPr>
        <p:txBody>
          <a:bodyPr vert="horz" rtlCol="0" anchor="t" anchorCtr="0">
            <a:noAutofit/>
          </a:bodyPr>
          <a:lstStyle/>
          <a:p>
            <a:pPr defTabSz="457200"/>
            <a:r>
              <a:rPr lang="en-US" altLang="zh-CN" sz="3000" spc="120" dirty="0">
                <a:solidFill>
                  <a:srgbClr val="FFFFFF"/>
                </a:solidFill>
                <a:latin typeface="微软雅黑" panose="020B0503020204020204" pitchFamily="34" charset="-122"/>
                <a:ea typeface="微软雅黑" panose="020B0503020204020204" pitchFamily="34" charset="-122"/>
              </a:rPr>
              <a:t>CONTENTS</a:t>
            </a:r>
            <a:endParaRPr lang="zh-CN" altLang="en-US" sz="900">
              <a:solidFill>
                <a:prstClr val="black"/>
              </a:solidFill>
              <a:latin typeface="微软雅黑" panose="020B0503020204020204" pitchFamily="34" charset="-122"/>
              <a:ea typeface="微软雅黑" panose="020B0503020204020204" pitchFamily="34" charset="-122"/>
            </a:endParaRPr>
          </a:p>
        </p:txBody>
      </p:sp>
      <p:sp>
        <p:nvSpPr>
          <p:cNvPr id="21" name="任意多边形: 形状 20">
            <a:extLst>
              <a:ext uri="{FF2B5EF4-FFF2-40B4-BE49-F238E27FC236}">
                <a16:creationId xmlns:a16="http://schemas.microsoft.com/office/drawing/2014/main" id="{BD6EAB5C-51C9-44D9-9038-D6187D86B09C}"/>
              </a:ext>
            </a:extLst>
          </p:cNvPr>
          <p:cNvSpPr/>
          <p:nvPr userDrawn="1"/>
        </p:nvSpPr>
        <p:spPr>
          <a:xfrm>
            <a:off x="-21616" y="-26544"/>
            <a:ext cx="3958617" cy="6884544"/>
          </a:xfrm>
          <a:custGeom>
            <a:avLst/>
            <a:gdLst>
              <a:gd name="connsiteX0" fmla="*/ 0 w 9051317"/>
              <a:gd name="connsiteY0" fmla="*/ 0 h 6871844"/>
              <a:gd name="connsiteX1" fmla="*/ 8724495 w 9051317"/>
              <a:gd name="connsiteY1" fmla="*/ 0 h 6871844"/>
              <a:gd name="connsiteX2" fmla="*/ 8832115 w 9051317"/>
              <a:gd name="connsiteY2" fmla="*/ 466295 h 6871844"/>
              <a:gd name="connsiteX3" fmla="*/ 9051317 w 9051317"/>
              <a:gd name="connsiteY3" fmla="*/ 2640728 h 6871844"/>
              <a:gd name="connsiteX4" fmla="*/ 8203435 w 9051317"/>
              <a:gd name="connsiteY4" fmla="*/ 6840435 h 6871844"/>
              <a:gd name="connsiteX5" fmla="*/ 8189236 w 9051317"/>
              <a:gd name="connsiteY5" fmla="*/ 6871844 h 6871844"/>
              <a:gd name="connsiteX6" fmla="*/ 0 w 9051317"/>
              <a:gd name="connsiteY6" fmla="*/ 6871844 h 6871844"/>
              <a:gd name="connsiteX7" fmla="*/ 0 w 9051317"/>
              <a:gd name="connsiteY7" fmla="*/ 0 h 6871844"/>
              <a:gd name="connsiteX0" fmla="*/ 5092700 w 9051317"/>
              <a:gd name="connsiteY0" fmla="*/ 0 h 6884544"/>
              <a:gd name="connsiteX1" fmla="*/ 8724495 w 9051317"/>
              <a:gd name="connsiteY1" fmla="*/ 12700 h 6884544"/>
              <a:gd name="connsiteX2" fmla="*/ 8832115 w 9051317"/>
              <a:gd name="connsiteY2" fmla="*/ 478995 h 6884544"/>
              <a:gd name="connsiteX3" fmla="*/ 9051317 w 9051317"/>
              <a:gd name="connsiteY3" fmla="*/ 2653428 h 6884544"/>
              <a:gd name="connsiteX4" fmla="*/ 8203435 w 9051317"/>
              <a:gd name="connsiteY4" fmla="*/ 6853135 h 6884544"/>
              <a:gd name="connsiteX5" fmla="*/ 8189236 w 9051317"/>
              <a:gd name="connsiteY5" fmla="*/ 6884544 h 6884544"/>
              <a:gd name="connsiteX6" fmla="*/ 0 w 9051317"/>
              <a:gd name="connsiteY6" fmla="*/ 6884544 h 6884544"/>
              <a:gd name="connsiteX7" fmla="*/ 5092700 w 9051317"/>
              <a:gd name="connsiteY7" fmla="*/ 0 h 6884544"/>
              <a:gd name="connsiteX0" fmla="*/ 0 w 3958617"/>
              <a:gd name="connsiteY0" fmla="*/ 0 h 6884544"/>
              <a:gd name="connsiteX1" fmla="*/ 3631795 w 3958617"/>
              <a:gd name="connsiteY1" fmla="*/ 12700 h 6884544"/>
              <a:gd name="connsiteX2" fmla="*/ 3739415 w 3958617"/>
              <a:gd name="connsiteY2" fmla="*/ 478995 h 6884544"/>
              <a:gd name="connsiteX3" fmla="*/ 3958617 w 3958617"/>
              <a:gd name="connsiteY3" fmla="*/ 2653428 h 6884544"/>
              <a:gd name="connsiteX4" fmla="*/ 3110735 w 3958617"/>
              <a:gd name="connsiteY4" fmla="*/ 6853135 h 6884544"/>
              <a:gd name="connsiteX5" fmla="*/ 3096536 w 3958617"/>
              <a:gd name="connsiteY5" fmla="*/ 6884544 h 6884544"/>
              <a:gd name="connsiteX6" fmla="*/ 0 w 3958617"/>
              <a:gd name="connsiteY6" fmla="*/ 6884544 h 6884544"/>
              <a:gd name="connsiteX7" fmla="*/ 0 w 3958617"/>
              <a:gd name="connsiteY7" fmla="*/ 0 h 688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58617" h="6884544">
                <a:moveTo>
                  <a:pt x="0" y="0"/>
                </a:moveTo>
                <a:lnTo>
                  <a:pt x="3631795" y="12700"/>
                </a:lnTo>
                <a:lnTo>
                  <a:pt x="3739415" y="478995"/>
                </a:lnTo>
                <a:cubicBezTo>
                  <a:pt x="3883139" y="1181357"/>
                  <a:pt x="3958617" y="1908578"/>
                  <a:pt x="3958617" y="2653428"/>
                </a:cubicBezTo>
                <a:cubicBezTo>
                  <a:pt x="3958617" y="4143128"/>
                  <a:pt x="3656707" y="5562314"/>
                  <a:pt x="3110735" y="6853135"/>
                </a:cubicBezTo>
                <a:lnTo>
                  <a:pt x="3096536" y="6884544"/>
                </a:lnTo>
                <a:lnTo>
                  <a:pt x="0" y="6884544"/>
                </a:lnTo>
                <a:lnTo>
                  <a:pt x="0" y="0"/>
                </a:lnTo>
                <a:close/>
              </a:path>
            </a:pathLst>
          </a:custGeom>
          <a:solidFill>
            <a:schemeClr val="bg1">
              <a:lumMod val="6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任意多边形: 形状 21">
            <a:extLst>
              <a:ext uri="{FF2B5EF4-FFF2-40B4-BE49-F238E27FC236}">
                <a16:creationId xmlns:a16="http://schemas.microsoft.com/office/drawing/2014/main" id="{BB2CC4E1-7380-47A3-B004-2A40D778D829}"/>
              </a:ext>
            </a:extLst>
          </p:cNvPr>
          <p:cNvSpPr/>
          <p:nvPr userDrawn="1"/>
        </p:nvSpPr>
        <p:spPr>
          <a:xfrm>
            <a:off x="-8917" y="-26544"/>
            <a:ext cx="3670300" cy="6884544"/>
          </a:xfrm>
          <a:custGeom>
            <a:avLst/>
            <a:gdLst>
              <a:gd name="connsiteX0" fmla="*/ 0 w 7775476"/>
              <a:gd name="connsiteY0" fmla="*/ 0 h 6858000"/>
              <a:gd name="connsiteX1" fmla="*/ 7326808 w 7775476"/>
              <a:gd name="connsiteY1" fmla="*/ 0 h 6858000"/>
              <a:gd name="connsiteX2" fmla="*/ 7370317 w 7775476"/>
              <a:gd name="connsiteY2" fmla="*/ 107072 h 6858000"/>
              <a:gd name="connsiteX3" fmla="*/ 7775476 w 7775476"/>
              <a:gd name="connsiteY3" fmla="*/ 2334639 h 6858000"/>
              <a:gd name="connsiteX4" fmla="*/ 6040912 w 7775476"/>
              <a:gd name="connsiteY4" fmla="*/ 6690718 h 6858000"/>
              <a:gd name="connsiteX5" fmla="*/ 5876541 w 7775476"/>
              <a:gd name="connsiteY5" fmla="*/ 6858000 h 6858000"/>
              <a:gd name="connsiteX6" fmla="*/ 0 w 7775476"/>
              <a:gd name="connsiteY6" fmla="*/ 6858000 h 6858000"/>
              <a:gd name="connsiteX7" fmla="*/ 0 w 7775476"/>
              <a:gd name="connsiteY7" fmla="*/ 0 h 6858000"/>
              <a:gd name="connsiteX0" fmla="*/ 4523504 w 7775476"/>
              <a:gd name="connsiteY0" fmla="*/ 0 h 6870674"/>
              <a:gd name="connsiteX1" fmla="*/ 7326808 w 7775476"/>
              <a:gd name="connsiteY1" fmla="*/ 12674 h 6870674"/>
              <a:gd name="connsiteX2" fmla="*/ 7370317 w 7775476"/>
              <a:gd name="connsiteY2" fmla="*/ 119746 h 6870674"/>
              <a:gd name="connsiteX3" fmla="*/ 7775476 w 7775476"/>
              <a:gd name="connsiteY3" fmla="*/ 2347313 h 6870674"/>
              <a:gd name="connsiteX4" fmla="*/ 6040912 w 7775476"/>
              <a:gd name="connsiteY4" fmla="*/ 6703392 h 6870674"/>
              <a:gd name="connsiteX5" fmla="*/ 5876541 w 7775476"/>
              <a:gd name="connsiteY5" fmla="*/ 6870674 h 6870674"/>
              <a:gd name="connsiteX6" fmla="*/ 0 w 7775476"/>
              <a:gd name="connsiteY6" fmla="*/ 6870674 h 6870674"/>
              <a:gd name="connsiteX7" fmla="*/ 4523504 w 7775476"/>
              <a:gd name="connsiteY7" fmla="*/ 0 h 6870674"/>
              <a:gd name="connsiteX0" fmla="*/ 0 w 3251972"/>
              <a:gd name="connsiteY0" fmla="*/ 0 h 6870674"/>
              <a:gd name="connsiteX1" fmla="*/ 2803304 w 3251972"/>
              <a:gd name="connsiteY1" fmla="*/ 12674 h 6870674"/>
              <a:gd name="connsiteX2" fmla="*/ 2846813 w 3251972"/>
              <a:gd name="connsiteY2" fmla="*/ 119746 h 6870674"/>
              <a:gd name="connsiteX3" fmla="*/ 3251972 w 3251972"/>
              <a:gd name="connsiteY3" fmla="*/ 2347313 h 6870674"/>
              <a:gd name="connsiteX4" fmla="*/ 1517408 w 3251972"/>
              <a:gd name="connsiteY4" fmla="*/ 6703392 h 6870674"/>
              <a:gd name="connsiteX5" fmla="*/ 1353037 w 3251972"/>
              <a:gd name="connsiteY5" fmla="*/ 6870674 h 6870674"/>
              <a:gd name="connsiteX6" fmla="*/ 0 w 3251972"/>
              <a:gd name="connsiteY6" fmla="*/ 6858000 h 6870674"/>
              <a:gd name="connsiteX7" fmla="*/ 0 w 3251972"/>
              <a:gd name="connsiteY7" fmla="*/ 0 h 6870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51972" h="6870674">
                <a:moveTo>
                  <a:pt x="0" y="0"/>
                </a:moveTo>
                <a:lnTo>
                  <a:pt x="2803304" y="12674"/>
                </a:lnTo>
                <a:lnTo>
                  <a:pt x="2846813" y="119746"/>
                </a:lnTo>
                <a:cubicBezTo>
                  <a:pt x="3108925" y="814337"/>
                  <a:pt x="3251972" y="1564616"/>
                  <a:pt x="3251972" y="2347313"/>
                </a:cubicBezTo>
                <a:cubicBezTo>
                  <a:pt x="3251972" y="4024521"/>
                  <a:pt x="2595123" y="5552872"/>
                  <a:pt x="1517408" y="6703392"/>
                </a:cubicBezTo>
                <a:lnTo>
                  <a:pt x="1353037" y="6870674"/>
                </a:lnTo>
                <a:lnTo>
                  <a:pt x="0" y="6858000"/>
                </a:lnTo>
                <a:lnTo>
                  <a:pt x="0" y="0"/>
                </a:lnTo>
                <a:close/>
              </a:path>
            </a:pathLst>
          </a:cu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Object 109">
            <a:extLst>
              <a:ext uri="{FF2B5EF4-FFF2-40B4-BE49-F238E27FC236}">
                <a16:creationId xmlns:a16="http://schemas.microsoft.com/office/drawing/2014/main" id="{BEBD6282-AE46-4FC1-BD41-226149B53843}"/>
              </a:ext>
            </a:extLst>
          </p:cNvPr>
          <p:cNvSpPr txBox="1"/>
          <p:nvPr userDrawn="1"/>
        </p:nvSpPr>
        <p:spPr>
          <a:xfrm>
            <a:off x="662967" y="1546526"/>
            <a:ext cx="2146653" cy="877385"/>
          </a:xfrm>
          <a:prstGeom prst="rect">
            <a:avLst/>
          </a:prstGeom>
        </p:spPr>
        <p:txBody>
          <a:bodyPr vert="horz" rtlCol="0" anchor="t" anchorCtr="0">
            <a:noAutofit/>
          </a:bodyPr>
          <a:lstStyle/>
          <a:p>
            <a:pPr algn="ctr" defTabSz="457200">
              <a:lnSpc>
                <a:spcPct val="104530"/>
              </a:lnSpc>
            </a:pPr>
            <a:r>
              <a:rPr lang="zh-CN" altLang="en-US" sz="4400" b="1" spc="600" dirty="0">
                <a:solidFill>
                  <a:srgbClr val="FFFFFF"/>
                </a:solidFill>
                <a:latin typeface="微软雅黑" panose="020B0503020204020204" pitchFamily="34" charset="-122"/>
                <a:ea typeface="微软雅黑" panose="020B0503020204020204" pitchFamily="34" charset="-122"/>
              </a:rPr>
              <a:t>目 录</a:t>
            </a:r>
            <a:endParaRPr lang="en-US" altLang="zh-CN" sz="4400" b="1" spc="600" dirty="0">
              <a:solidFill>
                <a:srgbClr val="FFFFFF"/>
              </a:solidFill>
              <a:latin typeface="微软雅黑" panose="020B0503020204020204" pitchFamily="34" charset="-122"/>
              <a:ea typeface="微软雅黑" panose="020B0503020204020204" pitchFamily="34" charset="-122"/>
            </a:endParaRPr>
          </a:p>
        </p:txBody>
      </p:sp>
      <p:cxnSp>
        <p:nvCxnSpPr>
          <p:cNvPr id="24" name="直接连接符 23">
            <a:extLst>
              <a:ext uri="{FF2B5EF4-FFF2-40B4-BE49-F238E27FC236}">
                <a16:creationId xmlns:a16="http://schemas.microsoft.com/office/drawing/2014/main" id="{0B79D9FE-9926-4B65-873C-101156698B56}"/>
              </a:ext>
            </a:extLst>
          </p:cNvPr>
          <p:cNvCxnSpPr/>
          <p:nvPr userDrawn="1"/>
        </p:nvCxnSpPr>
        <p:spPr>
          <a:xfrm>
            <a:off x="978420" y="2566566"/>
            <a:ext cx="148582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灯片编号占位符 5">
            <a:extLst>
              <a:ext uri="{FF2B5EF4-FFF2-40B4-BE49-F238E27FC236}">
                <a16:creationId xmlns:a16="http://schemas.microsoft.com/office/drawing/2014/main" id="{1ED53AB2-8A56-464B-B4B9-C961F4B31A6A}"/>
              </a:ext>
            </a:extLst>
          </p:cNvPr>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pPr/>
              <a:t>‹#›</a:t>
            </a:fld>
            <a:endParaRPr lang="zh-CN" altLang="en-US"/>
          </a:p>
        </p:txBody>
      </p:sp>
      <p:pic>
        <p:nvPicPr>
          <p:cNvPr id="10" name="图片 9">
            <a:extLst>
              <a:ext uri="{FF2B5EF4-FFF2-40B4-BE49-F238E27FC236}">
                <a16:creationId xmlns:a16="http://schemas.microsoft.com/office/drawing/2014/main" id="{C37E6103-638C-46AB-A2C1-30CCB15CB75A}"/>
              </a:ext>
            </a:extLst>
          </p:cNvPr>
          <p:cNvPicPr>
            <a:picLocks noChangeAspect="1"/>
          </p:cNvPicPr>
          <p:nvPr userDrawn="1"/>
        </p:nvPicPr>
        <p:blipFill rotWithShape="1">
          <a:blip r:embed="rId2">
            <a:duotone>
              <a:prstClr val="black"/>
              <a:schemeClr val="accent1">
                <a:tint val="45000"/>
                <a:satMod val="400000"/>
              </a:schemeClr>
            </a:duotone>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l="2346" r="68249"/>
          <a:stretch/>
        </p:blipFill>
        <p:spPr>
          <a:xfrm>
            <a:off x="1119809" y="2801269"/>
            <a:ext cx="1181100" cy="1320452"/>
          </a:xfrm>
          <a:prstGeom prst="rect">
            <a:avLst/>
          </a:prstGeom>
        </p:spPr>
      </p:pic>
      <p:sp>
        <p:nvSpPr>
          <p:cNvPr id="15" name="Object 209">
            <a:extLst>
              <a:ext uri="{FF2B5EF4-FFF2-40B4-BE49-F238E27FC236}">
                <a16:creationId xmlns:a16="http://schemas.microsoft.com/office/drawing/2014/main" id="{4AE22076-581D-209D-87EA-51504AA1CBCD}"/>
              </a:ext>
            </a:extLst>
          </p:cNvPr>
          <p:cNvSpPr txBox="1"/>
          <p:nvPr userDrawn="1"/>
        </p:nvSpPr>
        <p:spPr>
          <a:xfrm>
            <a:off x="4944595" y="1317926"/>
            <a:ext cx="933691"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01</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900" spc="300" dirty="0">
              <a:solidFill>
                <a:prstClr val="black"/>
              </a:solidFill>
              <a:latin typeface="微软雅黑" panose="020B0503020204020204" pitchFamily="34" charset="-122"/>
              <a:ea typeface="微软雅黑" panose="020B0503020204020204" pitchFamily="34" charset="-122"/>
            </a:endParaRPr>
          </a:p>
        </p:txBody>
      </p:sp>
      <p:sp>
        <p:nvSpPr>
          <p:cNvPr id="29" name="文本占位符 28">
            <a:extLst>
              <a:ext uri="{FF2B5EF4-FFF2-40B4-BE49-F238E27FC236}">
                <a16:creationId xmlns:a16="http://schemas.microsoft.com/office/drawing/2014/main" id="{B1EBDC0C-28BC-CCD4-B343-6282184E0F1E}"/>
              </a:ext>
            </a:extLst>
          </p:cNvPr>
          <p:cNvSpPr>
            <a:spLocks noGrp="1"/>
          </p:cNvSpPr>
          <p:nvPr>
            <p:ph type="body" sz="quarter" idx="11"/>
          </p:nvPr>
        </p:nvSpPr>
        <p:spPr>
          <a:xfrm>
            <a:off x="5892346" y="1256461"/>
            <a:ext cx="5893254" cy="580129"/>
          </a:xfrm>
          <a:prstGeom prst="rect">
            <a:avLst/>
          </a:prstGeom>
        </p:spPr>
        <p:txBody>
          <a:bodyPr anchor="ctr"/>
          <a:lstStyle>
            <a:lvl1pPr>
              <a:buNone/>
              <a:defRPr/>
            </a:lvl1pPr>
            <a:lvl2pPr>
              <a:buNone/>
              <a:defRPr/>
            </a:lvl2pPr>
          </a:lstStyle>
          <a:p>
            <a:pPr lvl="0"/>
            <a:r>
              <a:rPr lang="zh-CN" altLang="en-US" dirty="0"/>
              <a:t>单击此处编辑母版文本样式</a:t>
            </a:r>
          </a:p>
        </p:txBody>
      </p:sp>
      <p:sp>
        <p:nvSpPr>
          <p:cNvPr id="30" name="Object 209">
            <a:extLst>
              <a:ext uri="{FF2B5EF4-FFF2-40B4-BE49-F238E27FC236}">
                <a16:creationId xmlns:a16="http://schemas.microsoft.com/office/drawing/2014/main" id="{7A590A66-4FC4-BFB0-00CB-5D3A71C11D7E}"/>
              </a:ext>
            </a:extLst>
          </p:cNvPr>
          <p:cNvSpPr txBox="1"/>
          <p:nvPr userDrawn="1"/>
        </p:nvSpPr>
        <p:spPr>
          <a:xfrm>
            <a:off x="4944595" y="2273682"/>
            <a:ext cx="933691"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02</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900" spc="300" dirty="0">
              <a:solidFill>
                <a:prstClr val="black"/>
              </a:solidFill>
              <a:latin typeface="微软雅黑" panose="020B0503020204020204" pitchFamily="34" charset="-122"/>
              <a:ea typeface="微软雅黑" panose="020B0503020204020204" pitchFamily="34" charset="-122"/>
            </a:endParaRPr>
          </a:p>
        </p:txBody>
      </p:sp>
      <p:sp>
        <p:nvSpPr>
          <p:cNvPr id="31" name="文本占位符 28">
            <a:extLst>
              <a:ext uri="{FF2B5EF4-FFF2-40B4-BE49-F238E27FC236}">
                <a16:creationId xmlns:a16="http://schemas.microsoft.com/office/drawing/2014/main" id="{E6A410ED-CDBB-480E-9152-E7DFD404F83C}"/>
              </a:ext>
            </a:extLst>
          </p:cNvPr>
          <p:cNvSpPr>
            <a:spLocks noGrp="1"/>
          </p:cNvSpPr>
          <p:nvPr>
            <p:ph type="body" sz="quarter" idx="12"/>
          </p:nvPr>
        </p:nvSpPr>
        <p:spPr>
          <a:xfrm>
            <a:off x="5892346" y="2212217"/>
            <a:ext cx="5893254" cy="580129"/>
          </a:xfrm>
          <a:prstGeom prst="rect">
            <a:avLst/>
          </a:prstGeom>
        </p:spPr>
        <p:txBody>
          <a:bodyPr anchor="ctr"/>
          <a:lstStyle>
            <a:lvl1pPr>
              <a:buNone/>
              <a:defRPr/>
            </a:lvl1pPr>
            <a:lvl2pPr>
              <a:buNone/>
              <a:defRPr/>
            </a:lvl2pPr>
          </a:lstStyle>
          <a:p>
            <a:pPr lvl="0"/>
            <a:r>
              <a:rPr lang="zh-CN" altLang="en-US" dirty="0"/>
              <a:t>单击此处编辑母版文本样式</a:t>
            </a:r>
          </a:p>
        </p:txBody>
      </p:sp>
      <p:sp>
        <p:nvSpPr>
          <p:cNvPr id="32" name="Object 209">
            <a:extLst>
              <a:ext uri="{FF2B5EF4-FFF2-40B4-BE49-F238E27FC236}">
                <a16:creationId xmlns:a16="http://schemas.microsoft.com/office/drawing/2014/main" id="{AFCE44C7-BC9D-30BA-6408-56C2FF039BA5}"/>
              </a:ext>
            </a:extLst>
          </p:cNvPr>
          <p:cNvSpPr txBox="1"/>
          <p:nvPr userDrawn="1"/>
        </p:nvSpPr>
        <p:spPr>
          <a:xfrm>
            <a:off x="4944595" y="3229438"/>
            <a:ext cx="933691"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03</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900" spc="300" dirty="0">
              <a:solidFill>
                <a:prstClr val="black"/>
              </a:solidFill>
              <a:latin typeface="微软雅黑" panose="020B0503020204020204" pitchFamily="34" charset="-122"/>
              <a:ea typeface="微软雅黑" panose="020B0503020204020204" pitchFamily="34" charset="-122"/>
            </a:endParaRPr>
          </a:p>
        </p:txBody>
      </p:sp>
      <p:sp>
        <p:nvSpPr>
          <p:cNvPr id="33" name="文本占位符 28">
            <a:extLst>
              <a:ext uri="{FF2B5EF4-FFF2-40B4-BE49-F238E27FC236}">
                <a16:creationId xmlns:a16="http://schemas.microsoft.com/office/drawing/2014/main" id="{A2201ACB-B33A-8C08-5CBB-78C6BA7D5AA6}"/>
              </a:ext>
            </a:extLst>
          </p:cNvPr>
          <p:cNvSpPr>
            <a:spLocks noGrp="1"/>
          </p:cNvSpPr>
          <p:nvPr>
            <p:ph type="body" sz="quarter" idx="13"/>
          </p:nvPr>
        </p:nvSpPr>
        <p:spPr>
          <a:xfrm>
            <a:off x="5892346" y="3167973"/>
            <a:ext cx="5893254" cy="580129"/>
          </a:xfrm>
          <a:prstGeom prst="rect">
            <a:avLst/>
          </a:prstGeom>
        </p:spPr>
        <p:txBody>
          <a:bodyPr anchor="ctr"/>
          <a:lstStyle>
            <a:lvl1pPr>
              <a:buNone/>
              <a:defRPr/>
            </a:lvl1pPr>
            <a:lvl2pPr>
              <a:buNone/>
              <a:defRPr/>
            </a:lvl2pPr>
          </a:lstStyle>
          <a:p>
            <a:pPr lvl="0"/>
            <a:r>
              <a:rPr lang="zh-CN" altLang="en-US" dirty="0"/>
              <a:t>单击此处编辑母版文本样式</a:t>
            </a:r>
          </a:p>
        </p:txBody>
      </p:sp>
      <p:sp>
        <p:nvSpPr>
          <p:cNvPr id="34" name="Object 209">
            <a:extLst>
              <a:ext uri="{FF2B5EF4-FFF2-40B4-BE49-F238E27FC236}">
                <a16:creationId xmlns:a16="http://schemas.microsoft.com/office/drawing/2014/main" id="{3187B747-9DDD-AA5C-5D8B-E878231C7181}"/>
              </a:ext>
            </a:extLst>
          </p:cNvPr>
          <p:cNvSpPr txBox="1"/>
          <p:nvPr userDrawn="1"/>
        </p:nvSpPr>
        <p:spPr>
          <a:xfrm>
            <a:off x="4944595" y="4246659"/>
            <a:ext cx="933691" cy="457200"/>
          </a:xfrm>
          <a:prstGeom prst="rect">
            <a:avLst/>
          </a:prstGeom>
        </p:spPr>
        <p:txBody>
          <a:bodyPr vert="horz" rtlCol="0" anchor="ctr" anchorCtr="0">
            <a:noAutofit/>
          </a:bodyPr>
          <a:lstStyle/>
          <a:p>
            <a:pPr defTabSz="457200"/>
            <a:r>
              <a:rPr lang="en-US" altLang="zh-CN" sz="3000" spc="300" dirty="0">
                <a:solidFill>
                  <a:srgbClr val="E0CFBD"/>
                </a:solidFill>
                <a:latin typeface="微软雅黑" panose="020B0503020204020204" pitchFamily="34" charset="-122"/>
                <a:ea typeface="微软雅黑" panose="020B0503020204020204" pitchFamily="34" charset="-122"/>
              </a:rPr>
              <a:t>04</a:t>
            </a:r>
            <a:r>
              <a:rPr lang="en-US" altLang="zh-CN" sz="3000" spc="300" dirty="0">
                <a:solidFill>
                  <a:schemeClr val="bg1">
                    <a:lumMod val="65000"/>
                  </a:schemeClr>
                </a:solidFill>
                <a:latin typeface="微软雅黑" panose="020B0503020204020204" pitchFamily="34" charset="-122"/>
                <a:ea typeface="微软雅黑" panose="020B0503020204020204" pitchFamily="34" charset="-122"/>
              </a:rPr>
              <a:t>-</a:t>
            </a:r>
            <a:endParaRPr lang="zh-CN" altLang="en-US" sz="900" spc="300" dirty="0">
              <a:solidFill>
                <a:prstClr val="black"/>
              </a:solidFill>
              <a:latin typeface="微软雅黑" panose="020B0503020204020204" pitchFamily="34" charset="-122"/>
              <a:ea typeface="微软雅黑" panose="020B0503020204020204" pitchFamily="34" charset="-122"/>
            </a:endParaRPr>
          </a:p>
        </p:txBody>
      </p:sp>
      <p:sp>
        <p:nvSpPr>
          <p:cNvPr id="35" name="文本占位符 28">
            <a:extLst>
              <a:ext uri="{FF2B5EF4-FFF2-40B4-BE49-F238E27FC236}">
                <a16:creationId xmlns:a16="http://schemas.microsoft.com/office/drawing/2014/main" id="{2DF6F761-0E16-F9F0-1F5F-190F39BD1A8C}"/>
              </a:ext>
            </a:extLst>
          </p:cNvPr>
          <p:cNvSpPr>
            <a:spLocks noGrp="1"/>
          </p:cNvSpPr>
          <p:nvPr>
            <p:ph type="body" sz="quarter" idx="14"/>
          </p:nvPr>
        </p:nvSpPr>
        <p:spPr>
          <a:xfrm>
            <a:off x="5892346" y="4185194"/>
            <a:ext cx="5893254" cy="580129"/>
          </a:xfrm>
          <a:prstGeom prst="rect">
            <a:avLst/>
          </a:prstGeom>
        </p:spPr>
        <p:txBody>
          <a:bodyPr anchor="ctr"/>
          <a:lstStyle>
            <a:lvl1pPr>
              <a:buNone/>
              <a:defRPr/>
            </a:lvl1pPr>
            <a:lvl2pPr>
              <a:buNone/>
              <a:defRPr/>
            </a:lvl2pPr>
          </a:lstStyle>
          <a:p>
            <a:pPr lvl="0"/>
            <a:r>
              <a:rPr lang="zh-CN" altLang="en-US" dirty="0"/>
              <a:t>单击此处编辑母版文本样式</a:t>
            </a:r>
          </a:p>
        </p:txBody>
      </p:sp>
    </p:spTree>
    <p:extLst>
      <p:ext uri="{BB962C8B-B14F-4D97-AF65-F5344CB8AC3E}">
        <p14:creationId xmlns:p14="http://schemas.microsoft.com/office/powerpoint/2010/main" val="499763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8" name="标题 13">
            <a:extLst>
              <a:ext uri="{FF2B5EF4-FFF2-40B4-BE49-F238E27FC236}">
                <a16:creationId xmlns:a16="http://schemas.microsoft.com/office/drawing/2014/main" id="{9C2FEFC0-9A89-4F07-B1CD-33CD8C751EFD}"/>
              </a:ext>
            </a:extLst>
          </p:cNvPr>
          <p:cNvSpPr>
            <a:spLocks noGrp="1"/>
          </p:cNvSpPr>
          <p:nvPr>
            <p:ph type="title"/>
          </p:nvPr>
        </p:nvSpPr>
        <p:spPr>
          <a:xfrm>
            <a:off x="1050587" y="3066615"/>
            <a:ext cx="10272409" cy="724770"/>
          </a:xfrm>
          <a:prstGeom prst="rect">
            <a:avLst/>
          </a:prstGeom>
          <a:noFill/>
          <a:effectLst/>
        </p:spPr>
        <p:txBody>
          <a:bodyPr anchor="b"/>
          <a:lstStyle>
            <a:lvl1pPr algn="ctr">
              <a:defRPr sz="4400" b="1" spc="300">
                <a:solidFill>
                  <a:srgbClr val="A62038"/>
                </a:solidFill>
              </a:defRPr>
            </a:lvl1pPr>
          </a:lstStyle>
          <a:p>
            <a:r>
              <a:rPr lang="zh-CN" altLang="en-US" dirty="0"/>
              <a:t>单击此处编辑母版标题样式</a:t>
            </a:r>
          </a:p>
        </p:txBody>
      </p:sp>
      <p:sp>
        <p:nvSpPr>
          <p:cNvPr id="31" name="矩形: 剪去单角 30">
            <a:extLst>
              <a:ext uri="{FF2B5EF4-FFF2-40B4-BE49-F238E27FC236}">
                <a16:creationId xmlns:a16="http://schemas.microsoft.com/office/drawing/2014/main" id="{C3B26717-FDA4-4F26-9FCA-EBA182F70EF2}"/>
              </a:ext>
            </a:extLst>
          </p:cNvPr>
          <p:cNvSpPr/>
          <p:nvPr userDrawn="1"/>
        </p:nvSpPr>
        <p:spPr>
          <a:xfrm rot="5400000" flipV="1">
            <a:off x="6070791" y="736789"/>
            <a:ext cx="45719" cy="12196703"/>
          </a:xfrm>
          <a:prstGeom prst="snip1Rect">
            <a:avLst>
              <a:gd name="adj" fmla="val 0"/>
            </a:avLst>
          </a:prstGeom>
          <a:solidFill>
            <a:schemeClr val="bg2">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0" name="矩形: 圆顶角 9">
            <a:extLst>
              <a:ext uri="{FF2B5EF4-FFF2-40B4-BE49-F238E27FC236}">
                <a16:creationId xmlns:a16="http://schemas.microsoft.com/office/drawing/2014/main" id="{C6EAC59D-4349-45BF-8343-EDDEA7B82FDE}"/>
              </a:ext>
            </a:extLst>
          </p:cNvPr>
          <p:cNvSpPr/>
          <p:nvPr userDrawn="1"/>
        </p:nvSpPr>
        <p:spPr>
          <a:xfrm flipV="1">
            <a:off x="0" y="-1"/>
            <a:ext cx="12192000" cy="2411846"/>
          </a:xfrm>
          <a:prstGeom prst="round2SameRect">
            <a:avLst>
              <a:gd name="adj1" fmla="val 38659"/>
              <a:gd name="adj2" fmla="val 0"/>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6" name="灯片编号占位符 5">
            <a:extLst>
              <a:ext uri="{FF2B5EF4-FFF2-40B4-BE49-F238E27FC236}">
                <a16:creationId xmlns:a16="http://schemas.microsoft.com/office/drawing/2014/main" id="{D1422562-90E9-478A-BD5F-F1C753494C82}"/>
              </a:ext>
            </a:extLst>
          </p:cNvPr>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pPr/>
              <a:t>‹#›</a:t>
            </a:fld>
            <a:endParaRPr lang="zh-CN" altLang="en-US"/>
          </a:p>
        </p:txBody>
      </p:sp>
      <p:grpSp>
        <p:nvGrpSpPr>
          <p:cNvPr id="9" name="组合 8">
            <a:extLst>
              <a:ext uri="{FF2B5EF4-FFF2-40B4-BE49-F238E27FC236}">
                <a16:creationId xmlns:a16="http://schemas.microsoft.com/office/drawing/2014/main" id="{F8272E20-54D5-4331-9A61-EED5BEA34270}"/>
              </a:ext>
            </a:extLst>
          </p:cNvPr>
          <p:cNvGrpSpPr/>
          <p:nvPr userDrawn="1"/>
        </p:nvGrpSpPr>
        <p:grpSpPr>
          <a:xfrm>
            <a:off x="8330949" y="732786"/>
            <a:ext cx="2895851" cy="747975"/>
            <a:chOff x="1142749" y="5535283"/>
            <a:chExt cx="2895851" cy="747975"/>
          </a:xfrm>
        </p:grpSpPr>
        <p:pic>
          <p:nvPicPr>
            <p:cNvPr id="11" name="图片 10">
              <a:extLst>
                <a:ext uri="{FF2B5EF4-FFF2-40B4-BE49-F238E27FC236}">
                  <a16:creationId xmlns:a16="http://schemas.microsoft.com/office/drawing/2014/main" id="{F29375F3-17D9-4F26-A5A8-65B1D2F886C3}"/>
                </a:ext>
              </a:extLst>
            </p:cNvPr>
            <p:cNvPicPr>
              <a:picLocks noChangeAspect="1"/>
            </p:cNvPicPr>
            <p:nvPr/>
          </p:nvPicPr>
          <p:blipFill rotWithShape="1">
            <a:blip r:embed="rId2" cstate="print">
              <a:lum bright="70000" contrast="-70000"/>
              <a:extLst>
                <a:ext uri="{BEBA8EAE-BF5A-486C-A8C5-ECC9F3942E4B}">
                  <a14:imgProps xmlns:a14="http://schemas.microsoft.com/office/drawing/2010/main">
                    <a14:imgLayer r:embed="rId3">
                      <a14:imgEffect>
                        <a14:saturation sat="0"/>
                      </a14:imgEffect>
                      <a14:imgEffect>
                        <a14:brightnessContrast bright="20000" contrast="20000"/>
                      </a14:imgEffect>
                    </a14:imgLayer>
                  </a14:imgProps>
                </a:ext>
                <a:ext uri="{28A0092B-C50C-407E-A947-70E740481C1C}">
                  <a14:useLocalDpi xmlns:a14="http://schemas.microsoft.com/office/drawing/2010/main" val="0"/>
                </a:ext>
              </a:extLst>
            </a:blip>
            <a:srcRect l="68781" t="-39299" r="3657"/>
            <a:stretch/>
          </p:blipFill>
          <p:spPr>
            <a:xfrm>
              <a:off x="1231900" y="5535283"/>
              <a:ext cx="2626310" cy="455772"/>
            </a:xfrm>
            <a:prstGeom prst="rect">
              <a:avLst/>
            </a:prstGeom>
          </p:spPr>
        </p:pic>
        <p:pic>
          <p:nvPicPr>
            <p:cNvPr id="12" name="图片 11">
              <a:extLst>
                <a:ext uri="{FF2B5EF4-FFF2-40B4-BE49-F238E27FC236}">
                  <a16:creationId xmlns:a16="http://schemas.microsoft.com/office/drawing/2014/main" id="{B6277559-1A23-4398-9EE5-991AD8C5AFA7}"/>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1142749" y="6027204"/>
              <a:ext cx="2895851" cy="256054"/>
            </a:xfrm>
            <a:prstGeom prst="rect">
              <a:avLst/>
            </a:prstGeom>
          </p:spPr>
        </p:pic>
      </p:grpSp>
    </p:spTree>
    <p:extLst>
      <p:ext uri="{BB962C8B-B14F-4D97-AF65-F5344CB8AC3E}">
        <p14:creationId xmlns:p14="http://schemas.microsoft.com/office/powerpoint/2010/main" val="3426191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一般样式）">
    <p:spTree>
      <p:nvGrpSpPr>
        <p:cNvPr id="1" name=""/>
        <p:cNvGrpSpPr/>
        <p:nvPr/>
      </p:nvGrpSpPr>
      <p:grpSpPr>
        <a:xfrm>
          <a:off x="0" y="0"/>
          <a:ext cx="0" cy="0"/>
          <a:chOff x="0" y="0"/>
          <a:chExt cx="0" cy="0"/>
        </a:xfrm>
      </p:grpSpPr>
      <p:sp>
        <p:nvSpPr>
          <p:cNvPr id="14" name="矩形: 剪去单角 13">
            <a:extLst>
              <a:ext uri="{FF2B5EF4-FFF2-40B4-BE49-F238E27FC236}">
                <a16:creationId xmlns:a16="http://schemas.microsoft.com/office/drawing/2014/main" id="{FDED2BD0-0E30-418E-8C84-40EC2826C0CB}"/>
              </a:ext>
            </a:extLst>
          </p:cNvPr>
          <p:cNvSpPr/>
          <p:nvPr userDrawn="1"/>
        </p:nvSpPr>
        <p:spPr>
          <a:xfrm rot="5400000" flipV="1">
            <a:off x="6020103" y="686100"/>
            <a:ext cx="147097" cy="12196703"/>
          </a:xfrm>
          <a:prstGeom prst="snip1Rect">
            <a:avLst>
              <a:gd name="adj" fmla="val 0"/>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5" name="平行四边形 4">
            <a:extLst>
              <a:ext uri="{FF2B5EF4-FFF2-40B4-BE49-F238E27FC236}">
                <a16:creationId xmlns:a16="http://schemas.microsoft.com/office/drawing/2014/main" id="{6EDAD85A-00BB-47A7-945B-4BAF53F476FD}"/>
              </a:ext>
            </a:extLst>
          </p:cNvPr>
          <p:cNvSpPr/>
          <p:nvPr userDrawn="1"/>
        </p:nvSpPr>
        <p:spPr>
          <a:xfrm>
            <a:off x="893764" y="6710902"/>
            <a:ext cx="873216" cy="147098"/>
          </a:xfrm>
          <a:prstGeom prst="parallelogram">
            <a:avLst/>
          </a:prstGeom>
          <a:solidFill>
            <a:srgbClr val="E0C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16">
            <a:extLst>
              <a:ext uri="{FF2B5EF4-FFF2-40B4-BE49-F238E27FC236}">
                <a16:creationId xmlns:a16="http://schemas.microsoft.com/office/drawing/2014/main" id="{2FF6FEE6-2A34-4756-8F6B-3232EC375278}"/>
              </a:ext>
            </a:extLst>
          </p:cNvPr>
          <p:cNvSpPr>
            <a:spLocks noGrp="1"/>
          </p:cNvSpPr>
          <p:nvPr>
            <p:ph type="body" sz="quarter" idx="14" hasCustomPrompt="1"/>
          </p:nvPr>
        </p:nvSpPr>
        <p:spPr>
          <a:xfrm>
            <a:off x="1090527" y="1789324"/>
            <a:ext cx="10034673" cy="3938376"/>
          </a:xfrm>
          <a:prstGeom prst="rect">
            <a:avLst/>
          </a:prstGeom>
        </p:spPr>
        <p:txBody>
          <a:bodyPr/>
          <a:lstStyle>
            <a:lvl1pPr marL="363538" indent="-363538">
              <a:lnSpc>
                <a:spcPct val="130000"/>
              </a:lnSpc>
              <a:buClr>
                <a:srgbClr val="A62038"/>
              </a:buClr>
              <a:buFont typeface="Wingdings" panose="05000000000000000000" pitchFamily="2" charset="2"/>
              <a:buChar char="p"/>
              <a:defRPr sz="2000" b="0" spc="300">
                <a:solidFill>
                  <a:schemeClr val="tx1">
                    <a:lumMod val="75000"/>
                    <a:lumOff val="25000"/>
                  </a:schemeClr>
                </a:solidFill>
              </a:defRPr>
            </a:lvl1pPr>
            <a:lvl2pPr marL="685800" indent="-228600">
              <a:lnSpc>
                <a:spcPct val="130000"/>
              </a:lnSpc>
              <a:buClr>
                <a:srgbClr val="A62038"/>
              </a:buClr>
              <a:buFont typeface="Arial" panose="020B0604020202020204" pitchFamily="34" charset="0"/>
              <a:buChar char="•"/>
              <a:defRPr sz="2200" spc="300">
                <a:solidFill>
                  <a:schemeClr val="bg2">
                    <a:lumMod val="25000"/>
                  </a:schemeClr>
                </a:solidFill>
              </a:defRPr>
            </a:lvl2pPr>
            <a:lvl3pPr marL="1143000" indent="-228600">
              <a:lnSpc>
                <a:spcPct val="130000"/>
              </a:lnSpc>
              <a:buClr>
                <a:srgbClr val="A62038"/>
              </a:buClr>
              <a:buFont typeface="Arial" panose="020B0604020202020204" pitchFamily="34" charset="0"/>
              <a:buChar char="•"/>
              <a:defRPr sz="1800" spc="300">
                <a:solidFill>
                  <a:schemeClr val="bg2">
                    <a:lumMod val="75000"/>
                  </a:schemeClr>
                </a:solidFill>
              </a:defRPr>
            </a:lvl3pPr>
            <a:lvl4pPr marL="1600200" indent="-228600">
              <a:lnSpc>
                <a:spcPct val="130000"/>
              </a:lnSpc>
              <a:buClr>
                <a:srgbClr val="A62038"/>
              </a:buClr>
              <a:buFont typeface="Arial" panose="020B0604020202020204" pitchFamily="34" charset="0"/>
              <a:buChar char="•"/>
              <a:defRPr sz="1600" spc="300">
                <a:solidFill>
                  <a:schemeClr val="bg2">
                    <a:lumMod val="75000"/>
                  </a:schemeClr>
                </a:solidFill>
              </a:defRPr>
            </a:lvl4pPr>
            <a:lvl5pPr marL="2057400" indent="-228600">
              <a:lnSpc>
                <a:spcPct val="130000"/>
              </a:lnSpc>
              <a:buClr>
                <a:srgbClr val="A62038"/>
              </a:buClr>
              <a:buFont typeface="Arial" panose="020B0604020202020204" pitchFamily="34" charset="0"/>
              <a:buChar char="•"/>
              <a:defRPr sz="1400" spc="300">
                <a:solidFill>
                  <a:schemeClr val="bg2">
                    <a:lumMod val="75000"/>
                  </a:schemeClr>
                </a:solidFill>
              </a:defRPr>
            </a:lvl5pPr>
          </a:lstStyle>
          <a:p>
            <a:pPr lvl="0"/>
            <a:r>
              <a:rPr lang="zh-CN" altLang="en-US" dirty="0"/>
              <a:t>编辑母版文本样式</a:t>
            </a:r>
          </a:p>
        </p:txBody>
      </p:sp>
      <p:sp>
        <p:nvSpPr>
          <p:cNvPr id="9" name="矩形: 圆顶角 8">
            <a:extLst>
              <a:ext uri="{FF2B5EF4-FFF2-40B4-BE49-F238E27FC236}">
                <a16:creationId xmlns:a16="http://schemas.microsoft.com/office/drawing/2014/main" id="{CA077194-128D-476C-9745-132314CF1629}"/>
              </a:ext>
            </a:extLst>
          </p:cNvPr>
          <p:cNvSpPr/>
          <p:nvPr userDrawn="1"/>
        </p:nvSpPr>
        <p:spPr>
          <a:xfrm flipV="1">
            <a:off x="971883" y="1163586"/>
            <a:ext cx="1155300" cy="68568"/>
          </a:xfrm>
          <a:prstGeom prst="round2SameRect">
            <a:avLst>
              <a:gd name="adj1" fmla="val 50000"/>
              <a:gd name="adj2" fmla="val 50000"/>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灯片编号占位符 5">
            <a:extLst>
              <a:ext uri="{FF2B5EF4-FFF2-40B4-BE49-F238E27FC236}">
                <a16:creationId xmlns:a16="http://schemas.microsoft.com/office/drawing/2014/main" id="{FB622B44-6488-49FA-AB40-66099C4523D1}"/>
              </a:ext>
            </a:extLst>
          </p:cNvPr>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pPr/>
              <a:t>‹#›</a:t>
            </a:fld>
            <a:endParaRPr lang="zh-CN" altLang="en-US"/>
          </a:p>
        </p:txBody>
      </p:sp>
      <p:sp>
        <p:nvSpPr>
          <p:cNvPr id="13" name="矩形 12">
            <a:extLst>
              <a:ext uri="{FF2B5EF4-FFF2-40B4-BE49-F238E27FC236}">
                <a16:creationId xmlns:a16="http://schemas.microsoft.com/office/drawing/2014/main" id="{28A72677-C77E-4DF3-961C-0D55EE5FE60F}"/>
              </a:ext>
            </a:extLst>
          </p:cNvPr>
          <p:cNvSpPr/>
          <p:nvPr userDrawn="1"/>
        </p:nvSpPr>
        <p:spPr>
          <a:xfrm>
            <a:off x="951341" y="6663471"/>
            <a:ext cx="846707" cy="261610"/>
          </a:xfrm>
          <a:prstGeom prst="rect">
            <a:avLst/>
          </a:prstGeom>
        </p:spPr>
        <p:txBody>
          <a:bodyPr wrap="none">
            <a:spAutoFit/>
          </a:bodyPr>
          <a:lstStyle/>
          <a:p>
            <a:pPr lvl="0" algn="dist"/>
            <a:r>
              <a:rPr lang="en-US" altLang="zh-CN" sz="1100" b="0" i="1" spc="600" dirty="0">
                <a:solidFill>
                  <a:schemeClr val="bg1"/>
                </a:solidFill>
              </a:rPr>
              <a:t>SJTU</a:t>
            </a:r>
            <a:endParaRPr lang="zh-CN" altLang="en-US" sz="1100" b="0" i="1" spc="600" dirty="0">
              <a:solidFill>
                <a:schemeClr val="bg1"/>
              </a:solidFill>
            </a:endParaRPr>
          </a:p>
        </p:txBody>
      </p:sp>
      <p:grpSp>
        <p:nvGrpSpPr>
          <p:cNvPr id="16" name="组合 15">
            <a:extLst>
              <a:ext uri="{FF2B5EF4-FFF2-40B4-BE49-F238E27FC236}">
                <a16:creationId xmlns:a16="http://schemas.microsoft.com/office/drawing/2014/main" id="{86D317B9-6C45-4DC1-871C-2C4582912DDA}"/>
              </a:ext>
            </a:extLst>
          </p:cNvPr>
          <p:cNvGrpSpPr/>
          <p:nvPr userDrawn="1"/>
        </p:nvGrpSpPr>
        <p:grpSpPr>
          <a:xfrm>
            <a:off x="892372" y="1497329"/>
            <a:ext cx="10406431" cy="4413117"/>
            <a:chOff x="892372" y="1497329"/>
            <a:chExt cx="10406431" cy="4413117"/>
          </a:xfrm>
        </p:grpSpPr>
        <p:sp>
          <p:nvSpPr>
            <p:cNvPr id="3" name="矩形: 圆角 2">
              <a:extLst>
                <a:ext uri="{FF2B5EF4-FFF2-40B4-BE49-F238E27FC236}">
                  <a16:creationId xmlns:a16="http://schemas.microsoft.com/office/drawing/2014/main" id="{EE86BEB9-5187-44B8-A7E0-0BDFF0385DD2}"/>
                </a:ext>
              </a:extLst>
            </p:cNvPr>
            <p:cNvSpPr/>
            <p:nvPr/>
          </p:nvSpPr>
          <p:spPr>
            <a:xfrm>
              <a:off x="892372" y="1497330"/>
              <a:ext cx="10406431" cy="4413116"/>
            </a:xfrm>
            <a:prstGeom prst="roundRect">
              <a:avLst>
                <a:gd name="adj" fmla="val 5292"/>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15" name="矩形: 圆顶角 14">
              <a:extLst>
                <a:ext uri="{FF2B5EF4-FFF2-40B4-BE49-F238E27FC236}">
                  <a16:creationId xmlns:a16="http://schemas.microsoft.com/office/drawing/2014/main" id="{1D5810A9-7B29-4D56-BE9A-FEB6CD50EF31}"/>
                </a:ext>
              </a:extLst>
            </p:cNvPr>
            <p:cNvSpPr/>
            <p:nvPr/>
          </p:nvSpPr>
          <p:spPr>
            <a:xfrm rot="10800000">
              <a:off x="1063624" y="1497329"/>
              <a:ext cx="963419" cy="235258"/>
            </a:xfrm>
            <a:prstGeom prst="round2SameRect">
              <a:avLst>
                <a:gd name="adj1" fmla="val 50000"/>
                <a:gd name="adj2" fmla="val 0"/>
              </a:avLst>
            </a:prstGeom>
            <a:solidFill>
              <a:srgbClr val="E0CFBD">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半闭框 1">
            <a:extLst>
              <a:ext uri="{FF2B5EF4-FFF2-40B4-BE49-F238E27FC236}">
                <a16:creationId xmlns:a16="http://schemas.microsoft.com/office/drawing/2014/main" id="{3E40C135-4BEE-48AD-8FC0-63860866E93E}"/>
              </a:ext>
            </a:extLst>
          </p:cNvPr>
          <p:cNvSpPr/>
          <p:nvPr userDrawn="1"/>
        </p:nvSpPr>
        <p:spPr>
          <a:xfrm rot="10800000">
            <a:off x="10967863" y="5595261"/>
            <a:ext cx="351893" cy="329979"/>
          </a:xfrm>
          <a:prstGeom prst="halfFrame">
            <a:avLst/>
          </a:prstGeom>
          <a:solidFill>
            <a:srgbClr val="A620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标题 5">
            <a:extLst>
              <a:ext uri="{FF2B5EF4-FFF2-40B4-BE49-F238E27FC236}">
                <a16:creationId xmlns:a16="http://schemas.microsoft.com/office/drawing/2014/main" id="{00C1B2E8-914C-801E-7435-7A8947DDADF9}"/>
              </a:ext>
            </a:extLst>
          </p:cNvPr>
          <p:cNvSpPr>
            <a:spLocks noGrp="1"/>
          </p:cNvSpPr>
          <p:nvPr>
            <p:ph type="title"/>
          </p:nvPr>
        </p:nvSpPr>
        <p:spPr>
          <a:xfrm>
            <a:off x="838200" y="365125"/>
            <a:ext cx="10515600" cy="638537"/>
          </a:xfrm>
          <a:prstGeom prst="rect">
            <a:avLst/>
          </a:prstGeom>
        </p:spPr>
        <p:txBody>
          <a:bodyPr/>
          <a:lstStyle>
            <a:lvl1pPr>
              <a:defRPr sz="3200" b="1">
                <a:solidFill>
                  <a:srgbClr val="A62038"/>
                </a:solidFill>
              </a:defRPr>
            </a:lvl1pPr>
          </a:lstStyle>
          <a:p>
            <a:r>
              <a:rPr lang="zh-CN" altLang="en-US" dirty="0"/>
              <a:t>单击此处编辑母版标题样式</a:t>
            </a:r>
          </a:p>
        </p:txBody>
      </p:sp>
    </p:spTree>
    <p:extLst>
      <p:ext uri="{BB962C8B-B14F-4D97-AF65-F5344CB8AC3E}">
        <p14:creationId xmlns:p14="http://schemas.microsoft.com/office/powerpoint/2010/main" val="123227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底01">
    <p:bg>
      <p:bgPr>
        <a:solidFill>
          <a:srgbClr val="A62038"/>
        </a:solidFill>
        <a:effectLst/>
      </p:bgPr>
    </p:bg>
    <p:spTree>
      <p:nvGrpSpPr>
        <p:cNvPr id="1" name=""/>
        <p:cNvGrpSpPr/>
        <p:nvPr/>
      </p:nvGrpSpPr>
      <p:grpSpPr>
        <a:xfrm>
          <a:off x="0" y="0"/>
          <a:ext cx="0" cy="0"/>
          <a:chOff x="0" y="0"/>
          <a:chExt cx="0" cy="0"/>
        </a:xfrm>
      </p:grpSpPr>
      <p:sp>
        <p:nvSpPr>
          <p:cNvPr id="15" name="任意多边形: 形状 14">
            <a:extLst>
              <a:ext uri="{FF2B5EF4-FFF2-40B4-BE49-F238E27FC236}">
                <a16:creationId xmlns:a16="http://schemas.microsoft.com/office/drawing/2014/main" id="{F1107AAF-A38A-4F6B-A303-6BFFA7057256}"/>
              </a:ext>
            </a:extLst>
          </p:cNvPr>
          <p:cNvSpPr/>
          <p:nvPr userDrawn="1"/>
        </p:nvSpPr>
        <p:spPr>
          <a:xfrm>
            <a:off x="0" y="-13844"/>
            <a:ext cx="8775700" cy="6871844"/>
          </a:xfrm>
          <a:custGeom>
            <a:avLst/>
            <a:gdLst>
              <a:gd name="connsiteX0" fmla="*/ 0 w 7775476"/>
              <a:gd name="connsiteY0" fmla="*/ 0 h 6858000"/>
              <a:gd name="connsiteX1" fmla="*/ 7326808 w 7775476"/>
              <a:gd name="connsiteY1" fmla="*/ 0 h 6858000"/>
              <a:gd name="connsiteX2" fmla="*/ 7370317 w 7775476"/>
              <a:gd name="connsiteY2" fmla="*/ 107072 h 6858000"/>
              <a:gd name="connsiteX3" fmla="*/ 7775476 w 7775476"/>
              <a:gd name="connsiteY3" fmla="*/ 2334639 h 6858000"/>
              <a:gd name="connsiteX4" fmla="*/ 6040912 w 7775476"/>
              <a:gd name="connsiteY4" fmla="*/ 6690718 h 6858000"/>
              <a:gd name="connsiteX5" fmla="*/ 5876541 w 7775476"/>
              <a:gd name="connsiteY5" fmla="*/ 6858000 h 6858000"/>
              <a:gd name="connsiteX6" fmla="*/ 0 w 7775476"/>
              <a:gd name="connsiteY6" fmla="*/ 6858000 h 6858000"/>
              <a:gd name="connsiteX7" fmla="*/ 0 w 7775476"/>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75476" h="6858000">
                <a:moveTo>
                  <a:pt x="0" y="0"/>
                </a:moveTo>
                <a:lnTo>
                  <a:pt x="7326808" y="0"/>
                </a:lnTo>
                <a:lnTo>
                  <a:pt x="7370317" y="107072"/>
                </a:lnTo>
                <a:cubicBezTo>
                  <a:pt x="7632429" y="801663"/>
                  <a:pt x="7775476" y="1551942"/>
                  <a:pt x="7775476" y="2334639"/>
                </a:cubicBezTo>
                <a:cubicBezTo>
                  <a:pt x="7775476" y="4011847"/>
                  <a:pt x="7118627" y="5540198"/>
                  <a:pt x="6040912" y="6690718"/>
                </a:cubicBezTo>
                <a:lnTo>
                  <a:pt x="5876541" y="6858000"/>
                </a:lnTo>
                <a:lnTo>
                  <a:pt x="0" y="6858000"/>
                </a:lnTo>
                <a:lnTo>
                  <a:pt x="0" y="0"/>
                </a:ln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BFCB1C2D-E807-4882-9B9F-157ACC01138E}"/>
              </a:ext>
            </a:extLst>
          </p:cNvPr>
          <p:cNvSpPr/>
          <p:nvPr userDrawn="1"/>
        </p:nvSpPr>
        <p:spPr>
          <a:xfrm>
            <a:off x="2371344" y="1409700"/>
            <a:ext cx="3340100" cy="3340100"/>
          </a:xfrm>
          <a:prstGeom prst="ellipse">
            <a:avLst/>
          </a:prstGeom>
          <a:blipFill dpi="0" rotWithShape="1">
            <a:blip r:embed="rId2">
              <a:alphaModFix amt="15000"/>
            </a:blip>
            <a:srcRect/>
            <a:stretch>
              <a:fillRect l="-11529" t="-11529" r="-11513" b="-1151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文本占位符 31">
            <a:extLst>
              <a:ext uri="{FF2B5EF4-FFF2-40B4-BE49-F238E27FC236}">
                <a16:creationId xmlns:a16="http://schemas.microsoft.com/office/drawing/2014/main" id="{4EB0A957-E3E4-47EE-9713-82509E17FD51}"/>
              </a:ext>
            </a:extLst>
          </p:cNvPr>
          <p:cNvSpPr>
            <a:spLocks noGrp="1"/>
          </p:cNvSpPr>
          <p:nvPr>
            <p:ph type="body" sz="quarter" idx="11"/>
          </p:nvPr>
        </p:nvSpPr>
        <p:spPr>
          <a:xfrm>
            <a:off x="860403" y="2140703"/>
            <a:ext cx="7054894" cy="1066800"/>
          </a:xfrm>
          <a:prstGeom prst="rect">
            <a:avLst/>
          </a:prstGeom>
        </p:spPr>
        <p:txBody>
          <a:bodyPr anchor="ctr"/>
          <a:lstStyle>
            <a:lvl1pPr marL="0" indent="0" algn="ctr">
              <a:lnSpc>
                <a:spcPct val="100000"/>
              </a:lnSpc>
              <a:buNone/>
              <a:defRPr sz="6000" b="1" spc="600">
                <a:solidFill>
                  <a:schemeClr val="bg1"/>
                </a:solidFill>
              </a:defRPr>
            </a:lvl1pPr>
          </a:lstStyle>
          <a:p>
            <a:pPr lvl="0"/>
            <a:endParaRPr lang="zh-CN" altLang="en-US" dirty="0"/>
          </a:p>
        </p:txBody>
      </p:sp>
      <p:grpSp>
        <p:nvGrpSpPr>
          <p:cNvPr id="2" name="组合 1">
            <a:extLst>
              <a:ext uri="{FF2B5EF4-FFF2-40B4-BE49-F238E27FC236}">
                <a16:creationId xmlns:a16="http://schemas.microsoft.com/office/drawing/2014/main" id="{76C95B42-F77C-4B76-B4A2-8859F6694536}"/>
              </a:ext>
            </a:extLst>
          </p:cNvPr>
          <p:cNvGrpSpPr/>
          <p:nvPr userDrawn="1"/>
        </p:nvGrpSpPr>
        <p:grpSpPr>
          <a:xfrm>
            <a:off x="9013882" y="2446217"/>
            <a:ext cx="2895851" cy="761295"/>
            <a:chOff x="8201082" y="2090313"/>
            <a:chExt cx="2895851" cy="761295"/>
          </a:xfrm>
        </p:grpSpPr>
        <p:pic>
          <p:nvPicPr>
            <p:cNvPr id="16" name="图片 15">
              <a:extLst>
                <a:ext uri="{FF2B5EF4-FFF2-40B4-BE49-F238E27FC236}">
                  <a16:creationId xmlns:a16="http://schemas.microsoft.com/office/drawing/2014/main" id="{36630DFA-0FAF-4302-A188-320C0BF52FCC}"/>
                </a:ext>
              </a:extLst>
            </p:cNvPr>
            <p:cNvPicPr>
              <a:picLocks noChangeAspect="1"/>
            </p:cNvPicPr>
            <p:nvPr userDrawn="1"/>
          </p:nvPicPr>
          <p:blipFill rotWithShape="1">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saturation sat="0"/>
                      </a14:imgEffect>
                      <a14:imgEffect>
                        <a14:brightnessContrast bright="100000" contrast="20000"/>
                      </a14:imgEffect>
                    </a14:imgLayer>
                  </a14:imgProps>
                </a:ext>
                <a:ext uri="{28A0092B-C50C-407E-A947-70E740481C1C}">
                  <a14:useLocalDpi xmlns:a14="http://schemas.microsoft.com/office/drawing/2010/main" val="0"/>
                </a:ext>
              </a:extLst>
            </a:blip>
            <a:srcRect l="68781" t="-39299" r="3657"/>
            <a:stretch/>
          </p:blipFill>
          <p:spPr>
            <a:xfrm>
              <a:off x="8335853" y="2090313"/>
              <a:ext cx="2626310" cy="455772"/>
            </a:xfrm>
            <a:prstGeom prst="rect">
              <a:avLst/>
            </a:prstGeom>
          </p:spPr>
        </p:pic>
        <p:pic>
          <p:nvPicPr>
            <p:cNvPr id="12" name="图片 11">
              <a:extLst>
                <a:ext uri="{FF2B5EF4-FFF2-40B4-BE49-F238E27FC236}">
                  <a16:creationId xmlns:a16="http://schemas.microsoft.com/office/drawing/2014/main" id="{18618642-794D-460D-A5F1-EF34C97319E1}"/>
                </a:ext>
              </a:extLst>
            </p:cNvPr>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201082" y="2595554"/>
              <a:ext cx="2895851" cy="256054"/>
            </a:xfrm>
            <a:prstGeom prst="rect">
              <a:avLst/>
            </a:prstGeom>
          </p:spPr>
        </p:pic>
      </p:grpSp>
      <p:sp>
        <p:nvSpPr>
          <p:cNvPr id="13" name="圆: 空心 12">
            <a:extLst>
              <a:ext uri="{FF2B5EF4-FFF2-40B4-BE49-F238E27FC236}">
                <a16:creationId xmlns:a16="http://schemas.microsoft.com/office/drawing/2014/main" id="{62BC467B-8A28-4AF3-9D04-F540A60E1F49}"/>
              </a:ext>
            </a:extLst>
          </p:cNvPr>
          <p:cNvSpPr/>
          <p:nvPr userDrawn="1"/>
        </p:nvSpPr>
        <p:spPr>
          <a:xfrm>
            <a:off x="1986523" y="1024614"/>
            <a:ext cx="4109742" cy="4109742"/>
          </a:xfrm>
          <a:prstGeom prst="donut">
            <a:avLst>
              <a:gd name="adj" fmla="val 9235"/>
            </a:avLst>
          </a:prstGeom>
          <a:blipFill dpi="0" rotWithShape="1">
            <a:blip r:embed="rId2">
              <a:alphaModFix amt="1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771505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withEffect">
                                  <p:stCondLst>
                                    <p:cond delay="0"/>
                                  </p:stCondLst>
                                  <p:childTnLst>
                                    <p:animRot by="21600000">
                                      <p:cBhvr>
                                        <p:cTn id="6" dur="20000" fill="hold"/>
                                        <p:tgtEl>
                                          <p:spTgt spid="1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带底边)">
    <p:spTree>
      <p:nvGrpSpPr>
        <p:cNvPr id="1" name=""/>
        <p:cNvGrpSpPr/>
        <p:nvPr/>
      </p:nvGrpSpPr>
      <p:grpSpPr>
        <a:xfrm>
          <a:off x="0" y="0"/>
          <a:ext cx="0" cy="0"/>
          <a:chOff x="0" y="0"/>
          <a:chExt cx="0" cy="0"/>
        </a:xfrm>
      </p:grpSpPr>
      <p:sp>
        <p:nvSpPr>
          <p:cNvPr id="2" name="矩形: 剪去单角 1">
            <a:extLst>
              <a:ext uri="{FF2B5EF4-FFF2-40B4-BE49-F238E27FC236}">
                <a16:creationId xmlns:a16="http://schemas.microsoft.com/office/drawing/2014/main" id="{0A6CD1AB-0EA7-41C2-A48C-02E63ABB39C5}"/>
              </a:ext>
            </a:extLst>
          </p:cNvPr>
          <p:cNvSpPr/>
          <p:nvPr userDrawn="1"/>
        </p:nvSpPr>
        <p:spPr>
          <a:xfrm rot="5400000" flipV="1">
            <a:off x="6020103" y="686100"/>
            <a:ext cx="147097" cy="12196703"/>
          </a:xfrm>
          <a:prstGeom prst="snip1Rect">
            <a:avLst>
              <a:gd name="adj" fmla="val 0"/>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 name="灯片编号占位符 5">
            <a:extLst>
              <a:ext uri="{FF2B5EF4-FFF2-40B4-BE49-F238E27FC236}">
                <a16:creationId xmlns:a16="http://schemas.microsoft.com/office/drawing/2014/main" id="{192666A0-B7AF-46D9-8D8C-4D74F59461E3}"/>
              </a:ext>
            </a:extLst>
          </p:cNvPr>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pPr/>
              <a:t>‹#›</a:t>
            </a:fld>
            <a:endParaRPr lang="zh-CN" altLang="en-US"/>
          </a:p>
        </p:txBody>
      </p:sp>
      <p:sp>
        <p:nvSpPr>
          <p:cNvPr id="5" name="平行四边形 4">
            <a:extLst>
              <a:ext uri="{FF2B5EF4-FFF2-40B4-BE49-F238E27FC236}">
                <a16:creationId xmlns:a16="http://schemas.microsoft.com/office/drawing/2014/main" id="{1A886509-BB94-48D6-B91C-A98B6C84EBDA}"/>
              </a:ext>
            </a:extLst>
          </p:cNvPr>
          <p:cNvSpPr/>
          <p:nvPr userDrawn="1"/>
        </p:nvSpPr>
        <p:spPr>
          <a:xfrm>
            <a:off x="893764" y="6710902"/>
            <a:ext cx="873216" cy="147098"/>
          </a:xfrm>
          <a:prstGeom prst="parallelogram">
            <a:avLst/>
          </a:prstGeom>
          <a:solidFill>
            <a:srgbClr val="E0C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3848A9A7-A5BB-4C53-996F-B184AF28C8FB}"/>
              </a:ext>
            </a:extLst>
          </p:cNvPr>
          <p:cNvSpPr/>
          <p:nvPr userDrawn="1"/>
        </p:nvSpPr>
        <p:spPr>
          <a:xfrm>
            <a:off x="951341" y="6663471"/>
            <a:ext cx="846707" cy="261610"/>
          </a:xfrm>
          <a:prstGeom prst="rect">
            <a:avLst/>
          </a:prstGeom>
        </p:spPr>
        <p:txBody>
          <a:bodyPr wrap="none">
            <a:spAutoFit/>
          </a:bodyPr>
          <a:lstStyle/>
          <a:p>
            <a:pPr lvl="0" algn="dist"/>
            <a:r>
              <a:rPr lang="en-US" altLang="zh-CN" sz="1100" b="0" i="1" spc="600" dirty="0">
                <a:solidFill>
                  <a:schemeClr val="bg1"/>
                </a:solidFill>
              </a:rPr>
              <a:t>SJTU</a:t>
            </a:r>
            <a:endParaRPr lang="zh-CN" altLang="en-US" sz="1100" b="0" i="1" spc="600" dirty="0">
              <a:solidFill>
                <a:schemeClr val="bg1"/>
              </a:solidFill>
            </a:endParaRPr>
          </a:p>
        </p:txBody>
      </p:sp>
    </p:spTree>
    <p:extLst>
      <p:ext uri="{BB962C8B-B14F-4D97-AF65-F5344CB8AC3E}">
        <p14:creationId xmlns:p14="http://schemas.microsoft.com/office/powerpoint/2010/main" val="37749089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灯片编号占位符 5">
            <a:extLst>
              <a:ext uri="{FF2B5EF4-FFF2-40B4-BE49-F238E27FC236}">
                <a16:creationId xmlns:a16="http://schemas.microsoft.com/office/drawing/2014/main" id="{9C3CF109-AFDF-4405-B2CB-EE413ABA97A2}"/>
              </a:ext>
            </a:extLst>
          </p:cNvPr>
          <p:cNvSpPr>
            <a:spLocks noGrp="1"/>
          </p:cNvSpPr>
          <p:nvPr>
            <p:ph type="sldNum" sz="quarter" idx="4"/>
          </p:nvPr>
        </p:nvSpPr>
        <p:spPr>
          <a:xfrm>
            <a:off x="11078570" y="6413501"/>
            <a:ext cx="1037230" cy="342900"/>
          </a:xfrm>
          <a:prstGeom prst="rect">
            <a:avLst/>
          </a:prstGeom>
        </p:spPr>
        <p:txBody>
          <a:bodyPr vert="horz" lIns="91440" tIns="45720" rIns="91440" bIns="45720" rtlCol="0" anchor="ctr"/>
          <a:lstStyle>
            <a:lvl1pPr algn="r">
              <a:defRPr sz="1200">
                <a:solidFill>
                  <a:srgbClr val="E0CFBD"/>
                </a:solidFill>
              </a:defRPr>
            </a:lvl1pPr>
          </a:lstStyle>
          <a:p>
            <a:fld id="{548644C6-89F0-466C-949F-E70AD72679A8}" type="slidenum">
              <a:rPr lang="zh-CN" altLang="en-US" smtClean="0"/>
              <a:pPr/>
              <a:t>‹#›</a:t>
            </a:fld>
            <a:endParaRPr lang="zh-CN" altLang="en-US"/>
          </a:p>
        </p:txBody>
      </p:sp>
    </p:spTree>
    <p:extLst>
      <p:ext uri="{BB962C8B-B14F-4D97-AF65-F5344CB8AC3E}">
        <p14:creationId xmlns:p14="http://schemas.microsoft.com/office/powerpoint/2010/main" val="2068584755"/>
      </p:ext>
    </p:extLst>
  </p:cSld>
  <p:clrMap bg1="lt1" tx1="dk1" bg2="lt2" tx2="dk2" accent1="accent1" accent2="accent2" accent3="accent3" accent4="accent4" accent5="accent5" accent6="accent6" hlink="hlink" folHlink="folHlink"/>
  <p:sldLayoutIdLst>
    <p:sldLayoutId id="2147483698" r:id="rId1"/>
    <p:sldLayoutId id="2147483675" r:id="rId2"/>
    <p:sldLayoutId id="2147483680" r:id="rId3"/>
    <p:sldLayoutId id="2147483651" r:id="rId4"/>
    <p:sldLayoutId id="2147483684" r:id="rId5"/>
    <p:sldLayoutId id="2147483652"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92" userDrawn="1">
          <p15:clr>
            <a:srgbClr val="F26B43"/>
          </p15:clr>
        </p15:guide>
        <p15:guide id="2" pos="7488" userDrawn="1">
          <p15:clr>
            <a:srgbClr val="F26B43"/>
          </p15:clr>
        </p15:guide>
        <p15:guide id="3" orient="horz" pos="432" userDrawn="1">
          <p15:clr>
            <a:srgbClr val="F26B43"/>
          </p15:clr>
        </p15:guide>
        <p15:guide id="4" orient="horz" pos="472" userDrawn="1">
          <p15:clr>
            <a:srgbClr val="F26B43"/>
          </p15:clr>
        </p15:guide>
        <p15:guide id="5" orient="horz" pos="410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2BE71855-1849-4FC4-A9D5-7DDD1C68CED9}"/>
              </a:ext>
            </a:extLst>
          </p:cNvPr>
          <p:cNvSpPr>
            <a:spLocks noGrp="1"/>
          </p:cNvSpPr>
          <p:nvPr>
            <p:ph type="title"/>
          </p:nvPr>
        </p:nvSpPr>
        <p:spPr/>
        <p:txBody>
          <a:bodyPr/>
          <a:lstStyle/>
          <a:p>
            <a:r>
              <a:rPr lang="en-US" altLang="zh-CN" spc="600" dirty="0"/>
              <a:t>2022</a:t>
            </a:r>
            <a:r>
              <a:rPr lang="zh-CN" altLang="en-US" spc="600" dirty="0"/>
              <a:t>上海交通大学</a:t>
            </a:r>
            <a:br>
              <a:rPr lang="en-US" altLang="zh-CN" spc="600" dirty="0"/>
            </a:br>
            <a:r>
              <a:rPr lang="zh-CN" altLang="en-US" spc="600" dirty="0"/>
              <a:t>通用</a:t>
            </a:r>
            <a:r>
              <a:rPr lang="en-US" altLang="zh-CN" spc="600" dirty="0"/>
              <a:t>PPT</a:t>
            </a:r>
            <a:r>
              <a:rPr lang="zh-CN" altLang="en-US" spc="600" dirty="0"/>
              <a:t>模板</a:t>
            </a:r>
          </a:p>
        </p:txBody>
      </p:sp>
      <p:sp>
        <p:nvSpPr>
          <p:cNvPr id="10" name="文本占位符 9">
            <a:extLst>
              <a:ext uri="{FF2B5EF4-FFF2-40B4-BE49-F238E27FC236}">
                <a16:creationId xmlns:a16="http://schemas.microsoft.com/office/drawing/2014/main" id="{F57F84D3-725F-446C-9BB7-DC74C097201D}"/>
              </a:ext>
            </a:extLst>
          </p:cNvPr>
          <p:cNvSpPr>
            <a:spLocks noGrp="1"/>
          </p:cNvSpPr>
          <p:nvPr>
            <p:ph type="body" sz="quarter" idx="11"/>
          </p:nvPr>
        </p:nvSpPr>
        <p:spPr/>
        <p:txBody>
          <a:bodyPr/>
          <a:lstStyle/>
          <a:p>
            <a:r>
              <a:rPr lang="zh-CN" altLang="en-US" spc="600" dirty="0"/>
              <a:t>汇报人姓名</a:t>
            </a:r>
          </a:p>
        </p:txBody>
      </p:sp>
    </p:spTree>
    <p:extLst>
      <p:ext uri="{BB962C8B-B14F-4D97-AF65-F5344CB8AC3E}">
        <p14:creationId xmlns:p14="http://schemas.microsoft.com/office/powerpoint/2010/main" val="4246320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9">
            <a:extLst>
              <a:ext uri="{FF2B5EF4-FFF2-40B4-BE49-F238E27FC236}">
                <a16:creationId xmlns:a16="http://schemas.microsoft.com/office/drawing/2014/main" id="{F7F15BD3-F4F6-4459-8BDF-DE4BA0C32087}"/>
              </a:ext>
            </a:extLst>
          </p:cNvPr>
          <p:cNvSpPr>
            <a:spLocks noGrp="1"/>
          </p:cNvSpPr>
          <p:nvPr>
            <p:ph type="sldNum" sz="quarter" idx="4"/>
          </p:nvPr>
        </p:nvSpPr>
        <p:spPr>
          <a:xfrm>
            <a:off x="11078570" y="6413501"/>
            <a:ext cx="1037230" cy="342900"/>
          </a:xfrm>
        </p:spPr>
        <p:txBody>
          <a:bodyPr/>
          <a:lstStyle/>
          <a:p>
            <a:fld id="{548644C6-89F0-466C-949F-E70AD72679A8}" type="slidenum">
              <a:rPr lang="zh-CN" altLang="en-US" smtClean="0"/>
              <a:pPr/>
              <a:t>2</a:t>
            </a:fld>
            <a:endParaRPr lang="zh-CN" altLang="en-US"/>
          </a:p>
        </p:txBody>
      </p:sp>
      <p:sp>
        <p:nvSpPr>
          <p:cNvPr id="3" name="文本占位符 2">
            <a:extLst>
              <a:ext uri="{FF2B5EF4-FFF2-40B4-BE49-F238E27FC236}">
                <a16:creationId xmlns:a16="http://schemas.microsoft.com/office/drawing/2014/main" id="{C4A27A81-F4AB-264D-C100-76107363DA79}"/>
              </a:ext>
            </a:extLst>
          </p:cNvPr>
          <p:cNvSpPr>
            <a:spLocks noGrp="1"/>
          </p:cNvSpPr>
          <p:nvPr>
            <p:ph type="body" sz="quarter" idx="11"/>
          </p:nvPr>
        </p:nvSpPr>
        <p:spPr/>
        <p:txBody>
          <a:bodyPr/>
          <a:lstStyle/>
          <a:p>
            <a:endParaRPr lang="zh-CN" altLang="en-US"/>
          </a:p>
        </p:txBody>
      </p:sp>
      <p:sp>
        <p:nvSpPr>
          <p:cNvPr id="4" name="文本占位符 3">
            <a:extLst>
              <a:ext uri="{FF2B5EF4-FFF2-40B4-BE49-F238E27FC236}">
                <a16:creationId xmlns:a16="http://schemas.microsoft.com/office/drawing/2014/main" id="{14DE19E6-6CC2-35F6-4151-451A8DD5E2AD}"/>
              </a:ext>
            </a:extLst>
          </p:cNvPr>
          <p:cNvSpPr>
            <a:spLocks noGrp="1"/>
          </p:cNvSpPr>
          <p:nvPr>
            <p:ph type="body" sz="quarter" idx="12"/>
          </p:nvPr>
        </p:nvSpPr>
        <p:spPr/>
        <p:txBody>
          <a:bodyPr/>
          <a:lstStyle/>
          <a:p>
            <a:endParaRPr lang="zh-CN" altLang="en-US"/>
          </a:p>
        </p:txBody>
      </p:sp>
      <p:sp>
        <p:nvSpPr>
          <p:cNvPr id="5" name="文本占位符 4">
            <a:extLst>
              <a:ext uri="{FF2B5EF4-FFF2-40B4-BE49-F238E27FC236}">
                <a16:creationId xmlns:a16="http://schemas.microsoft.com/office/drawing/2014/main" id="{969D5C2B-28A6-6AD1-E2BA-2A2C42528C61}"/>
              </a:ext>
            </a:extLst>
          </p:cNvPr>
          <p:cNvSpPr>
            <a:spLocks noGrp="1"/>
          </p:cNvSpPr>
          <p:nvPr>
            <p:ph type="body" sz="quarter" idx="13"/>
          </p:nvPr>
        </p:nvSpPr>
        <p:spPr/>
        <p:txBody>
          <a:bodyPr/>
          <a:lstStyle/>
          <a:p>
            <a:endParaRPr lang="zh-CN" altLang="en-US"/>
          </a:p>
        </p:txBody>
      </p:sp>
      <p:sp>
        <p:nvSpPr>
          <p:cNvPr id="6" name="文本占位符 5">
            <a:extLst>
              <a:ext uri="{FF2B5EF4-FFF2-40B4-BE49-F238E27FC236}">
                <a16:creationId xmlns:a16="http://schemas.microsoft.com/office/drawing/2014/main" id="{F7FE9FF0-F4D6-E546-9ADB-E6869ECA80E5}"/>
              </a:ext>
            </a:extLst>
          </p:cNvPr>
          <p:cNvSpPr>
            <a:spLocks noGrp="1"/>
          </p:cNvSpPr>
          <p:nvPr>
            <p:ph type="body" sz="quarter" idx="14"/>
          </p:nvPr>
        </p:nvSpPr>
        <p:spPr/>
        <p:txBody>
          <a:bodyPr/>
          <a:lstStyle/>
          <a:p>
            <a:endParaRPr lang="zh-CN" altLang="en-US"/>
          </a:p>
        </p:txBody>
      </p:sp>
    </p:spTree>
    <p:extLst>
      <p:ext uri="{BB962C8B-B14F-4D97-AF65-F5344CB8AC3E}">
        <p14:creationId xmlns:p14="http://schemas.microsoft.com/office/powerpoint/2010/main" val="19676267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71204DD-7793-44FC-A828-C9F2B4D60A3B}"/>
              </a:ext>
            </a:extLst>
          </p:cNvPr>
          <p:cNvSpPr>
            <a:spLocks noGrp="1"/>
          </p:cNvSpPr>
          <p:nvPr>
            <p:ph type="title"/>
          </p:nvPr>
        </p:nvSpPr>
        <p:spPr>
          <a:xfrm>
            <a:off x="1050587" y="3382273"/>
            <a:ext cx="10272409" cy="724770"/>
          </a:xfrm>
        </p:spPr>
        <p:txBody>
          <a:bodyPr/>
          <a:lstStyle/>
          <a:p>
            <a:r>
              <a:rPr lang="zh-CN" altLang="en-US" dirty="0"/>
              <a:t>在这里</a:t>
            </a:r>
            <a:r>
              <a:rPr lang="en-US" altLang="zh-CN" b="0" dirty="0">
                <a:solidFill>
                  <a:schemeClr val="bg1">
                    <a:lumMod val="65000"/>
                  </a:schemeClr>
                </a:solidFill>
              </a:rPr>
              <a:t>\</a:t>
            </a:r>
            <a:r>
              <a:rPr lang="zh-CN" altLang="en-US" dirty="0"/>
              <a:t>添加您需要的标题文字</a:t>
            </a:r>
          </a:p>
        </p:txBody>
      </p:sp>
      <p:pic>
        <p:nvPicPr>
          <p:cNvPr id="6" name="image 302">
            <a:extLst>
              <a:ext uri="{FF2B5EF4-FFF2-40B4-BE49-F238E27FC236}">
                <a16:creationId xmlns:a16="http://schemas.microsoft.com/office/drawing/2014/main" id="{24E1FA8E-1844-4960-BD42-7E69B0451EB8}"/>
              </a:ext>
            </a:extLst>
          </p:cNvPr>
          <p:cNvPicPr>
            <a:picLocks noChangeAspect="1"/>
          </p:cNvPicPr>
          <p:nvPr/>
        </p:nvPicPr>
        <p:blipFill>
          <a:blip r:embed="rId2"/>
          <a:srcRect/>
          <a:stretch>
            <a:fillRect/>
          </a:stretch>
        </p:blipFill>
        <p:spPr>
          <a:xfrm>
            <a:off x="5211763" y="1376354"/>
            <a:ext cx="1768475" cy="1768475"/>
          </a:xfrm>
          <a:prstGeom prst="rect">
            <a:avLst/>
          </a:prstGeom>
        </p:spPr>
      </p:pic>
      <p:sp>
        <p:nvSpPr>
          <p:cNvPr id="7" name="Object 305">
            <a:extLst>
              <a:ext uri="{FF2B5EF4-FFF2-40B4-BE49-F238E27FC236}">
                <a16:creationId xmlns:a16="http://schemas.microsoft.com/office/drawing/2014/main" id="{2E20917B-CE14-419D-87CB-57B7816D62CB}"/>
              </a:ext>
            </a:extLst>
          </p:cNvPr>
          <p:cNvSpPr txBox="1"/>
          <p:nvPr/>
        </p:nvSpPr>
        <p:spPr>
          <a:xfrm>
            <a:off x="5254625" y="1803391"/>
            <a:ext cx="1682750" cy="914400"/>
          </a:xfrm>
          <a:prstGeom prst="rect">
            <a:avLst/>
          </a:prstGeom>
        </p:spPr>
        <p:txBody>
          <a:bodyPr vert="horz" rtlCol="0" anchor="t" anchorCtr="0">
            <a:noAutofit/>
          </a:bodyPr>
          <a:lstStyle/>
          <a:p>
            <a:pPr algn="ctr" defTabSz="457200"/>
            <a:r>
              <a:rPr lang="en-US" altLang="zh-CN" sz="6000" b="1" spc="-123" dirty="0">
                <a:solidFill>
                  <a:srgbClr val="A62038"/>
                </a:solidFill>
                <a:latin typeface="微软雅黑" panose="020B0503020204020204" pitchFamily="34" charset="-122"/>
                <a:ea typeface="微软雅黑" panose="020B0503020204020204" pitchFamily="34" charset="-122"/>
              </a:rPr>
              <a:t>01</a:t>
            </a:r>
            <a:endParaRPr lang="zh-CN" altLang="en-US" sz="900" b="1" dirty="0">
              <a:solidFill>
                <a:srgbClr val="A62038"/>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356760EA-2961-4276-A8B1-F1E1064C5EC2}"/>
              </a:ext>
            </a:extLst>
          </p:cNvPr>
          <p:cNvSpPr>
            <a:spLocks noGrp="1"/>
          </p:cNvSpPr>
          <p:nvPr>
            <p:ph type="sldNum" sz="quarter" idx="4"/>
          </p:nvPr>
        </p:nvSpPr>
        <p:spPr/>
        <p:txBody>
          <a:bodyPr/>
          <a:lstStyle/>
          <a:p>
            <a:fld id="{548644C6-89F0-466C-949F-E70AD72679A8}" type="slidenum">
              <a:rPr lang="zh-CN" altLang="en-US" smtClean="0"/>
              <a:pPr/>
              <a:t>3</a:t>
            </a:fld>
            <a:endParaRPr lang="zh-CN" altLang="en-US"/>
          </a:p>
        </p:txBody>
      </p:sp>
    </p:spTree>
    <p:extLst>
      <p:ext uri="{BB962C8B-B14F-4D97-AF65-F5344CB8AC3E}">
        <p14:creationId xmlns:p14="http://schemas.microsoft.com/office/powerpoint/2010/main" val="10633770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10">
            <a:extLst>
              <a:ext uri="{FF2B5EF4-FFF2-40B4-BE49-F238E27FC236}">
                <a16:creationId xmlns:a16="http://schemas.microsoft.com/office/drawing/2014/main" id="{4E10EDDE-EC5A-7948-A0DA-A0538271128A}"/>
              </a:ext>
            </a:extLst>
          </p:cNvPr>
          <p:cNvSpPr>
            <a:spLocks noGrp="1"/>
          </p:cNvSpPr>
          <p:nvPr>
            <p:ph type="body" sz="quarter" idx="4294967295"/>
          </p:nvPr>
        </p:nvSpPr>
        <p:spPr>
          <a:xfrm>
            <a:off x="892372" y="381075"/>
            <a:ext cx="9774619" cy="598488"/>
          </a:xfrm>
          <a:prstGeom prst="rect">
            <a:avLst/>
          </a:prstGeom>
        </p:spPr>
        <p:txBody>
          <a:bodyPr/>
          <a:lstStyle/>
          <a:p>
            <a:endParaRPr lang="zh-CN" altLang="en-US"/>
          </a:p>
        </p:txBody>
      </p:sp>
      <p:sp>
        <p:nvSpPr>
          <p:cNvPr id="2" name="文本占位符 1">
            <a:extLst>
              <a:ext uri="{FF2B5EF4-FFF2-40B4-BE49-F238E27FC236}">
                <a16:creationId xmlns:a16="http://schemas.microsoft.com/office/drawing/2014/main" id="{C292077F-4306-485B-8E6B-BA88062874B6}"/>
              </a:ext>
            </a:extLst>
          </p:cNvPr>
          <p:cNvSpPr>
            <a:spLocks noGrp="1"/>
          </p:cNvSpPr>
          <p:nvPr>
            <p:ph type="body" sz="quarter" idx="14"/>
          </p:nvPr>
        </p:nvSpPr>
        <p:spPr>
          <a:xfrm>
            <a:off x="1090527" y="1789324"/>
            <a:ext cx="10034673" cy="3938376"/>
          </a:xfrm>
        </p:spPr>
        <p:txBody>
          <a:bodyPr/>
          <a:lstStyle/>
          <a:p>
            <a:r>
              <a:rPr lang="zh-CN" altLang="en-US" dirty="0"/>
              <a:t>可在此处添加您的文字可在此处添加您的文字可在此处添加您的文字可在此处添加您的文字可在此处添加您的文字可在此处添加您可在此处添加您的文字可在此处添加您的文字可在此处强调您的文字。</a:t>
            </a:r>
            <a:endParaRPr lang="en-US" altLang="zh-CN" dirty="0"/>
          </a:p>
          <a:p>
            <a:r>
              <a:rPr lang="zh-CN" altLang="en-US" dirty="0"/>
              <a:t>可在此处添加您的文字可在此处添加您的文字可在此处添加您的文字可在此处添加您的文字可在此处添加您的文字可在此处添加您可在此处添加您的文字可在此处添加您的文字可在此处添加您的文字。</a:t>
            </a:r>
          </a:p>
          <a:p>
            <a:r>
              <a:rPr lang="zh-CN" altLang="en-US" dirty="0"/>
              <a:t>可在此处添加您的文字可在此处添加您的文字可在此处添加。</a:t>
            </a:r>
          </a:p>
          <a:p>
            <a:endParaRPr lang="zh-CN" altLang="en-US" dirty="0"/>
          </a:p>
        </p:txBody>
      </p:sp>
      <p:sp>
        <p:nvSpPr>
          <p:cNvPr id="7" name="灯片编号占位符 6">
            <a:extLst>
              <a:ext uri="{FF2B5EF4-FFF2-40B4-BE49-F238E27FC236}">
                <a16:creationId xmlns:a16="http://schemas.microsoft.com/office/drawing/2014/main" id="{03197FA0-C9DB-41BE-BF3A-29FB5BDD56EC}"/>
              </a:ext>
            </a:extLst>
          </p:cNvPr>
          <p:cNvSpPr>
            <a:spLocks noGrp="1"/>
          </p:cNvSpPr>
          <p:nvPr>
            <p:ph type="sldNum" sz="quarter" idx="4"/>
          </p:nvPr>
        </p:nvSpPr>
        <p:spPr>
          <a:xfrm>
            <a:off x="11078570" y="6413501"/>
            <a:ext cx="1037230" cy="342900"/>
          </a:xfrm>
        </p:spPr>
        <p:txBody>
          <a:bodyPr/>
          <a:lstStyle/>
          <a:p>
            <a:fld id="{548644C6-89F0-466C-949F-E70AD72679A8}" type="slidenum">
              <a:rPr lang="zh-CN" altLang="en-US" smtClean="0"/>
              <a:pPr/>
              <a:t>4</a:t>
            </a:fld>
            <a:endParaRPr lang="zh-CN" altLang="en-US"/>
          </a:p>
        </p:txBody>
      </p:sp>
    </p:spTree>
    <p:extLst>
      <p:ext uri="{BB962C8B-B14F-4D97-AF65-F5344CB8AC3E}">
        <p14:creationId xmlns:p14="http://schemas.microsoft.com/office/powerpoint/2010/main" val="16438033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4542EF4-2CD2-414F-BB8A-5F063B669130}"/>
              </a:ext>
            </a:extLst>
          </p:cNvPr>
          <p:cNvSpPr>
            <a:spLocks noGrp="1"/>
          </p:cNvSpPr>
          <p:nvPr>
            <p:ph type="body" sz="quarter" idx="11"/>
          </p:nvPr>
        </p:nvSpPr>
        <p:spPr>
          <a:xfrm>
            <a:off x="595160" y="2667000"/>
            <a:ext cx="7054894" cy="1066800"/>
          </a:xfrm>
        </p:spPr>
        <p:txBody>
          <a:bodyPr/>
          <a:lstStyle/>
          <a:p>
            <a:pPr algn="ctr"/>
            <a:r>
              <a:rPr lang="zh-CN" altLang="en-US" sz="6600" dirty="0"/>
              <a:t>感谢您的关注</a:t>
            </a:r>
            <a:endParaRPr lang="en-US" altLang="zh-CN" sz="6600" dirty="0"/>
          </a:p>
          <a:p>
            <a:pPr algn="ctr"/>
            <a:r>
              <a:rPr lang="en-US" altLang="zh-CN" sz="3600" b="0" dirty="0"/>
              <a:t>THANK YOU</a:t>
            </a:r>
            <a:endParaRPr lang="zh-CN" altLang="en-US" sz="3600" b="0" dirty="0"/>
          </a:p>
        </p:txBody>
      </p:sp>
    </p:spTree>
    <p:extLst>
      <p:ext uri="{BB962C8B-B14F-4D97-AF65-F5344CB8AC3E}">
        <p14:creationId xmlns:p14="http://schemas.microsoft.com/office/powerpoint/2010/main" val="3894037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窄&quot;,&quot;HeaderHeight&quot;:10.0,&quot;FooterHeight&quot;:5.0,&quot;SideMargin&quot;:2.5,&quot;TopMargin&quot;:0.0,&quot;BottomMargin&quot;:0.0,&quot;IntervalMargin&quot;:1.0,&quot;SettingType&quot;:&quot;System&quot;}"/>
</p:tagLst>
</file>

<file path=ppt/theme/theme1.xml><?xml version="1.0" encoding="utf-8"?>
<a:theme xmlns:a="http://schemas.openxmlformats.org/drawingml/2006/main" name="赤霞朱主题​​">
  <a:themeElements>
    <a:clrScheme name="SJTU-2019">
      <a:dk1>
        <a:srgbClr val="000000"/>
      </a:dk1>
      <a:lt1>
        <a:srgbClr val="FFFFFF"/>
      </a:lt1>
      <a:dk2>
        <a:srgbClr val="1B1C21"/>
      </a:dk2>
      <a:lt2>
        <a:srgbClr val="DBDBDB"/>
      </a:lt2>
      <a:accent1>
        <a:srgbClr val="C8161E"/>
      </a:accent1>
      <a:accent2>
        <a:srgbClr val="44546A"/>
      </a:accent2>
      <a:accent3>
        <a:srgbClr val="1F4D78"/>
      </a:accent3>
      <a:accent4>
        <a:srgbClr val="ED7D31"/>
      </a:accent4>
      <a:accent5>
        <a:srgbClr val="FFC000"/>
      </a:accent5>
      <a:accent6>
        <a:srgbClr val="A5A5A5"/>
      </a:accent6>
      <a:hlink>
        <a:srgbClr val="196E7D"/>
      </a:hlink>
      <a:folHlink>
        <a:srgbClr val="BEBEBE"/>
      </a:folHlink>
    </a:clrScheme>
    <a:fontScheme name="外宣普适">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7976</TotalTime>
  <Words>174</Words>
  <Application>Microsoft Office PowerPoint</Application>
  <PresentationFormat>宽屏</PresentationFormat>
  <Paragraphs>13</Paragraphs>
  <Slides>5</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vt:i4>
      </vt:variant>
    </vt:vector>
  </HeadingPairs>
  <TitlesOfParts>
    <vt:vector size="10" baseType="lpstr">
      <vt:lpstr>等线</vt:lpstr>
      <vt:lpstr>微软雅黑</vt:lpstr>
      <vt:lpstr>Arial</vt:lpstr>
      <vt:lpstr>Wingdings</vt:lpstr>
      <vt:lpstr>赤霞朱主题​​</vt:lpstr>
      <vt:lpstr>2022上海交通大学 通用PPT模板</vt:lpstr>
      <vt:lpstr>PowerPoint 演示文稿</vt:lpstr>
      <vt:lpstr>在这里\添加您需要的标题文字</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徐臻</dc:creator>
  <cp:keywords>2021模板</cp:keywords>
  <cp:lastModifiedBy>Yi Li</cp:lastModifiedBy>
  <cp:revision>346</cp:revision>
  <dcterms:created xsi:type="dcterms:W3CDTF">2019-01-23T14:14:04Z</dcterms:created>
  <dcterms:modified xsi:type="dcterms:W3CDTF">2026-06-24T11:11:35Z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2019-04-13T04:31:50.2944312Z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7b149082-93e1-4519-a220-b561cf239821</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