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
  </p:notesMasterIdLst>
  <p:handoutMasterIdLst>
    <p:handoutMasterId r:id="rId8"/>
  </p:handoutMasterIdLst>
  <p:sldIdLst>
    <p:sldId id="1725" r:id="rId2"/>
    <p:sldId id="262" r:id="rId3"/>
    <p:sldId id="1730" r:id="rId4"/>
    <p:sldId id="1771" r:id="rId5"/>
    <p:sldId id="1741" r:id="rId6"/>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3863" userDrawn="1">
          <p15:clr>
            <a:srgbClr val="A4A3A4"/>
          </p15:clr>
        </p15:guide>
        <p15:guide id="5" orient="horz" pos="1003" userDrawn="1">
          <p15:clr>
            <a:srgbClr val="A4A3A4"/>
          </p15:clr>
        </p15:guide>
        <p15:guide id="6" orient="horz" pos="1502" userDrawn="1">
          <p15:clr>
            <a:srgbClr val="A4A3A4"/>
          </p15:clr>
        </p15:guide>
        <p15:guide id="7" orient="horz" pos="3113" userDrawn="1">
          <p15:clr>
            <a:srgbClr val="A4A3A4"/>
          </p15:clr>
        </p15:guide>
        <p15:guide id="8" pos="2128" userDrawn="1">
          <p15:clr>
            <a:srgbClr val="A4A3A4"/>
          </p15:clr>
        </p15:guide>
        <p15:guide id="9" pos="4067" userDrawn="1">
          <p15:clr>
            <a:srgbClr val="A4A3A4"/>
          </p15:clr>
        </p15:guide>
        <p15:guide id="10" pos="5972" userDrawn="1">
          <p15:clr>
            <a:srgbClr val="A4A3A4"/>
          </p15:clr>
        </p15:guide>
        <p15:guide id="11" pos="5292" userDrawn="1">
          <p15:clr>
            <a:srgbClr val="A4A3A4"/>
          </p15:clr>
        </p15:guide>
        <p15:guide id="12" pos="227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61E"/>
    <a:srgbClr val="A30C14"/>
    <a:srgbClr val="9F0811"/>
    <a:srgbClr val="DBDBDB"/>
    <a:srgbClr val="404040"/>
    <a:srgbClr val="FEE848"/>
    <a:srgbClr val="E85106"/>
    <a:srgbClr val="A40000"/>
    <a:srgbClr val="F5E7E7"/>
    <a:srgbClr val="E6E6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42" autoAdjust="0"/>
    <p:restoredTop sz="94289" autoAdjust="0"/>
  </p:normalViewPr>
  <p:slideViewPr>
    <p:cSldViewPr snapToGrid="0" showGuides="1">
      <p:cViewPr>
        <p:scale>
          <a:sx n="50" d="100"/>
          <a:sy n="50" d="100"/>
        </p:scale>
        <p:origin x="1476" y="990"/>
      </p:cViewPr>
      <p:guideLst>
        <p:guide pos="3863"/>
        <p:guide orient="horz" pos="1003"/>
        <p:guide orient="horz" pos="1502"/>
        <p:guide orient="horz" pos="3113"/>
        <p:guide pos="2128"/>
        <p:guide pos="4067"/>
        <p:guide pos="5972"/>
        <p:guide pos="5292"/>
        <p:guide pos="2275"/>
      </p:guideLst>
    </p:cSldViewPr>
  </p:slideViewPr>
  <p:outlineViewPr>
    <p:cViewPr>
      <p:scale>
        <a:sx n="33" d="100"/>
        <a:sy n="33" d="100"/>
      </p:scale>
      <p:origin x="0" y="-8496"/>
    </p:cViewPr>
  </p:outlineViewPr>
  <p:notesTextViewPr>
    <p:cViewPr>
      <p:scale>
        <a:sx n="1" d="1"/>
        <a:sy n="1" d="1"/>
      </p:scale>
      <p:origin x="0" y="0"/>
    </p:cViewPr>
  </p:notesTextViewPr>
  <p:sorterViewPr>
    <p:cViewPr varScale="1">
      <p:scale>
        <a:sx n="1" d="1"/>
        <a:sy n="1" d="1"/>
      </p:scale>
      <p:origin x="0" y="-2142"/>
    </p:cViewPr>
  </p:sorterViewPr>
  <p:notesViewPr>
    <p:cSldViewPr snapToGrid="0" showGuides="1">
      <p:cViewPr varScale="1">
        <p:scale>
          <a:sx n="85" d="100"/>
          <a:sy n="85" d="100"/>
        </p:scale>
        <p:origin x="380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08DB251-D803-4475-8281-4947A89E79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CC6218A5-2289-4813-A341-6263B16CBA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12A60F-63B3-4D54-AA63-B159FADA9F31}" type="datetimeFigureOut">
              <a:rPr lang="zh-CN" altLang="en-US" smtClean="0"/>
              <a:t>2026/7/7</a:t>
            </a:fld>
            <a:endParaRPr lang="zh-CN" altLang="en-US"/>
          </a:p>
        </p:txBody>
      </p:sp>
      <p:sp>
        <p:nvSpPr>
          <p:cNvPr id="4" name="页脚占位符 3">
            <a:extLst>
              <a:ext uri="{FF2B5EF4-FFF2-40B4-BE49-F238E27FC236}">
                <a16:creationId xmlns:a16="http://schemas.microsoft.com/office/drawing/2014/main" id="{597CE9A9-1C60-4F0A-AA63-4467F58DE8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691EA911-14C2-4254-9079-FD9EC1C139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94E6C1-322F-4AF4-A541-6A7DCE3853A3}" type="slidenum">
              <a:rPr lang="zh-CN" altLang="en-US" smtClean="0"/>
              <a:t>‹#›</a:t>
            </a:fld>
            <a:endParaRPr lang="zh-CN" altLang="en-US"/>
          </a:p>
        </p:txBody>
      </p:sp>
    </p:spTree>
    <p:extLst>
      <p:ext uri="{BB962C8B-B14F-4D97-AF65-F5344CB8AC3E}">
        <p14:creationId xmlns:p14="http://schemas.microsoft.com/office/powerpoint/2010/main" val="26884180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513A3C-D0C5-45C0-BD52-194E76396705}" type="datetimeFigureOut">
              <a:rPr lang="zh-CN" altLang="en-US" smtClean="0"/>
              <a:t>2026/7/7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0D5545-95D4-489F-B8ED-7EAFA774B567}" type="slidenum">
              <a:rPr lang="zh-CN" altLang="en-US" smtClean="0"/>
              <a:t>‹#›</a:t>
            </a:fld>
            <a:endParaRPr lang="zh-CN" altLang="en-US"/>
          </a:p>
        </p:txBody>
      </p:sp>
    </p:spTree>
    <p:extLst>
      <p:ext uri="{BB962C8B-B14F-4D97-AF65-F5344CB8AC3E}">
        <p14:creationId xmlns:p14="http://schemas.microsoft.com/office/powerpoint/2010/main" val="932241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3.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封面">
    <p:bg>
      <p:bgPr>
        <a:solidFill>
          <a:srgbClr val="9F0811"/>
        </a:solidFill>
        <a:effectLst/>
      </p:bgPr>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05427D51-3072-42A5-99BB-4905C8BC65D0}"/>
              </a:ext>
            </a:extLst>
          </p:cNvPr>
          <p:cNvGrpSpPr/>
          <p:nvPr userDrawn="1"/>
        </p:nvGrpSpPr>
        <p:grpSpPr>
          <a:xfrm>
            <a:off x="-2" y="-1462"/>
            <a:ext cx="12192001" cy="6859462"/>
            <a:chOff x="8633219" y="-1523321"/>
            <a:chExt cx="6917659" cy="3880402"/>
          </a:xfrm>
        </p:grpSpPr>
        <p:pic>
          <p:nvPicPr>
            <p:cNvPr id="6" name="图片 5">
              <a:extLst>
                <a:ext uri="{FF2B5EF4-FFF2-40B4-BE49-F238E27FC236}">
                  <a16:creationId xmlns:a16="http://schemas.microsoft.com/office/drawing/2014/main" id="{F359BBF1-0815-4084-8576-75F06F13F3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52386" y="-1523321"/>
              <a:ext cx="6898492" cy="3880402"/>
            </a:xfrm>
            <a:prstGeom prst="rect">
              <a:avLst/>
            </a:prstGeom>
          </p:spPr>
        </p:pic>
        <p:sp>
          <p:nvSpPr>
            <p:cNvPr id="3" name="矩形 2">
              <a:extLst>
                <a:ext uri="{FF2B5EF4-FFF2-40B4-BE49-F238E27FC236}">
                  <a16:creationId xmlns:a16="http://schemas.microsoft.com/office/drawing/2014/main" id="{411A73EE-4D99-41E8-859A-EF1FC72FADD8}"/>
                </a:ext>
              </a:extLst>
            </p:cNvPr>
            <p:cNvSpPr/>
            <p:nvPr userDrawn="1"/>
          </p:nvSpPr>
          <p:spPr>
            <a:xfrm>
              <a:off x="8633219" y="-1523321"/>
              <a:ext cx="6917658" cy="3880402"/>
            </a:xfrm>
            <a:prstGeom prst="rect">
              <a:avLst/>
            </a:prstGeom>
            <a:solidFill>
              <a:srgbClr val="9F0811">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不完整圆 18">
            <a:extLst>
              <a:ext uri="{FF2B5EF4-FFF2-40B4-BE49-F238E27FC236}">
                <a16:creationId xmlns:a16="http://schemas.microsoft.com/office/drawing/2014/main" id="{0CAABF35-1A99-4F71-B8FE-BE2E99DADC85}"/>
              </a:ext>
            </a:extLst>
          </p:cNvPr>
          <p:cNvSpPr/>
          <p:nvPr userDrawn="1"/>
        </p:nvSpPr>
        <p:spPr>
          <a:xfrm rot="16200000">
            <a:off x="3763109" y="-5413917"/>
            <a:ext cx="10279181" cy="10553507"/>
          </a:xfrm>
          <a:prstGeom prst="pie">
            <a:avLst>
              <a:gd name="adj1" fmla="val 5396264"/>
              <a:gd name="adj2" fmla="val 16197194"/>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不完整圆 4">
            <a:extLst>
              <a:ext uri="{FF2B5EF4-FFF2-40B4-BE49-F238E27FC236}">
                <a16:creationId xmlns:a16="http://schemas.microsoft.com/office/drawing/2014/main" id="{8114889F-F801-4E74-9E24-A6187E63101D}"/>
              </a:ext>
            </a:extLst>
          </p:cNvPr>
          <p:cNvSpPr/>
          <p:nvPr userDrawn="1"/>
        </p:nvSpPr>
        <p:spPr>
          <a:xfrm>
            <a:off x="7156546" y="1581246"/>
            <a:ext cx="10553507" cy="10553507"/>
          </a:xfrm>
          <a:prstGeom prst="pie">
            <a:avLst>
              <a:gd name="adj1" fmla="val 10804421"/>
              <a:gd name="adj2" fmla="val 1620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0" name="图片 9">
            <a:extLst>
              <a:ext uri="{FF2B5EF4-FFF2-40B4-BE49-F238E27FC236}">
                <a16:creationId xmlns:a16="http://schemas.microsoft.com/office/drawing/2014/main" id="{E72915E0-7E7B-4E91-A2E6-50DB32FFA42D}"/>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11702" y="281164"/>
            <a:ext cx="2928398" cy="962687"/>
          </a:xfrm>
          <a:prstGeom prst="rect">
            <a:avLst/>
          </a:prstGeom>
        </p:spPr>
      </p:pic>
      <p:sp>
        <p:nvSpPr>
          <p:cNvPr id="22" name="标题 1">
            <a:extLst>
              <a:ext uri="{FF2B5EF4-FFF2-40B4-BE49-F238E27FC236}">
                <a16:creationId xmlns:a16="http://schemas.microsoft.com/office/drawing/2014/main" id="{9AF74CDA-19DD-45C1-88FF-2379736830CB}"/>
              </a:ext>
            </a:extLst>
          </p:cNvPr>
          <p:cNvSpPr>
            <a:spLocks noGrp="1"/>
          </p:cNvSpPr>
          <p:nvPr>
            <p:ph type="title" hasCustomPrompt="1"/>
          </p:nvPr>
        </p:nvSpPr>
        <p:spPr>
          <a:xfrm>
            <a:off x="1069561" y="1893861"/>
            <a:ext cx="10052879" cy="943471"/>
          </a:xfrm>
          <a:prstGeom prst="rect">
            <a:avLst/>
          </a:prstGeom>
        </p:spPr>
        <p:txBody>
          <a:bodyPr anchor="ctr">
            <a:noAutofit/>
          </a:bodyPr>
          <a:lstStyle>
            <a:lvl1pPr algn="dist">
              <a:defRPr sz="5400" b="1" spc="300">
                <a:solidFill>
                  <a:schemeClr val="bg1"/>
                </a:solidFill>
              </a:defRPr>
            </a:lvl1pPr>
          </a:lstStyle>
          <a:p>
            <a:r>
              <a:rPr lang="zh-CN" altLang="en-US" dirty="0"/>
              <a:t>单击此处编辑标题样式</a:t>
            </a:r>
          </a:p>
        </p:txBody>
      </p:sp>
      <p:sp>
        <p:nvSpPr>
          <p:cNvPr id="32" name="文本占位符 31">
            <a:extLst>
              <a:ext uri="{FF2B5EF4-FFF2-40B4-BE49-F238E27FC236}">
                <a16:creationId xmlns:a16="http://schemas.microsoft.com/office/drawing/2014/main" id="{F905EEBF-8ACE-4D30-A4F5-C5796F8343A2}"/>
              </a:ext>
            </a:extLst>
          </p:cNvPr>
          <p:cNvSpPr>
            <a:spLocks noGrp="1"/>
          </p:cNvSpPr>
          <p:nvPr>
            <p:ph type="body" sz="quarter" idx="11"/>
          </p:nvPr>
        </p:nvSpPr>
        <p:spPr>
          <a:xfrm>
            <a:off x="1069561" y="3281914"/>
            <a:ext cx="10052879" cy="598488"/>
          </a:xfrm>
          <a:prstGeom prst="rect">
            <a:avLst/>
          </a:prstGeom>
        </p:spPr>
        <p:txBody>
          <a:bodyPr anchor="ctr"/>
          <a:lstStyle>
            <a:lvl1pPr marL="0" indent="0" algn="ctr">
              <a:lnSpc>
                <a:spcPct val="100000"/>
              </a:lnSpc>
              <a:buNone/>
              <a:defRPr sz="3200" b="0" spc="300">
                <a:solidFill>
                  <a:schemeClr val="bg1"/>
                </a:solidFill>
              </a:defRPr>
            </a:lvl1pPr>
          </a:lstStyle>
          <a:p>
            <a:pPr lvl="0"/>
            <a:endParaRPr lang="zh-CN" altLang="en-US" dirty="0"/>
          </a:p>
        </p:txBody>
      </p:sp>
      <p:pic>
        <p:nvPicPr>
          <p:cNvPr id="23" name="图片 22">
            <a:extLst>
              <a:ext uri="{FF2B5EF4-FFF2-40B4-BE49-F238E27FC236}">
                <a16:creationId xmlns:a16="http://schemas.microsoft.com/office/drawing/2014/main" id="{1E28191C-A829-44A4-9442-F5702317691D}"/>
              </a:ext>
            </a:extLst>
          </p:cNvPr>
          <p:cNvPicPr>
            <a:picLocks noChangeAspect="1"/>
          </p:cNvPicPr>
          <p:nvPr userDrawn="1"/>
        </p:nvPicPr>
        <p:blipFill rotWithShape="1">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l="68781" t="-39299" r="3657"/>
          <a:stretch/>
        </p:blipFill>
        <p:spPr>
          <a:xfrm>
            <a:off x="8902700" y="328718"/>
            <a:ext cx="2626310" cy="455772"/>
          </a:xfrm>
          <a:prstGeom prst="rect">
            <a:avLst/>
          </a:prstGeom>
        </p:spPr>
      </p:pic>
      <p:sp>
        <p:nvSpPr>
          <p:cNvPr id="52" name="文本占位符 31">
            <a:extLst>
              <a:ext uri="{FF2B5EF4-FFF2-40B4-BE49-F238E27FC236}">
                <a16:creationId xmlns:a16="http://schemas.microsoft.com/office/drawing/2014/main" id="{F14E1190-9D41-4B1D-AB87-AB168C19D727}"/>
              </a:ext>
            </a:extLst>
          </p:cNvPr>
          <p:cNvSpPr>
            <a:spLocks noGrp="1"/>
          </p:cNvSpPr>
          <p:nvPr>
            <p:ph type="body" sz="quarter" idx="12"/>
          </p:nvPr>
        </p:nvSpPr>
        <p:spPr>
          <a:xfrm>
            <a:off x="1069561" y="4031251"/>
            <a:ext cx="10052879" cy="598488"/>
          </a:xfrm>
          <a:prstGeom prst="rect">
            <a:avLst/>
          </a:prstGeom>
        </p:spPr>
        <p:txBody>
          <a:bodyPr anchor="ctr"/>
          <a:lstStyle>
            <a:lvl1pPr marL="0" indent="0" algn="ctr">
              <a:lnSpc>
                <a:spcPct val="100000"/>
              </a:lnSpc>
              <a:buNone/>
              <a:defRPr sz="1800" b="0" spc="300">
                <a:solidFill>
                  <a:schemeClr val="bg1"/>
                </a:solidFill>
              </a:defRPr>
            </a:lvl1pPr>
          </a:lstStyle>
          <a:p>
            <a:pPr lvl="0"/>
            <a:endParaRPr lang="zh-CN" altLang="en-US" dirty="0"/>
          </a:p>
        </p:txBody>
      </p:sp>
      <p:sp>
        <p:nvSpPr>
          <p:cNvPr id="18" name="矩形 17">
            <a:extLst>
              <a:ext uri="{FF2B5EF4-FFF2-40B4-BE49-F238E27FC236}">
                <a16:creationId xmlns:a16="http://schemas.microsoft.com/office/drawing/2014/main" id="{F1A39E36-0B04-4437-949C-5B8C70B75E94}"/>
              </a:ext>
            </a:extLst>
          </p:cNvPr>
          <p:cNvSpPr/>
          <p:nvPr userDrawn="1"/>
        </p:nvSpPr>
        <p:spPr>
          <a:xfrm>
            <a:off x="0" y="6520606"/>
            <a:ext cx="12192000" cy="3373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5" name="图片 14">
            <a:extLst>
              <a:ext uri="{FF2B5EF4-FFF2-40B4-BE49-F238E27FC236}">
                <a16:creationId xmlns:a16="http://schemas.microsoft.com/office/drawing/2014/main" id="{C1B532D3-3B0D-47EE-A03B-072F2C52472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813549" y="820639"/>
            <a:ext cx="2895851" cy="256054"/>
          </a:xfrm>
          <a:prstGeom prst="rect">
            <a:avLst/>
          </a:prstGeom>
        </p:spPr>
      </p:pic>
    </p:spTree>
    <p:extLst>
      <p:ext uri="{BB962C8B-B14F-4D97-AF65-F5344CB8AC3E}">
        <p14:creationId xmlns:p14="http://schemas.microsoft.com/office/powerpoint/2010/main" val="3528574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录-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7F86456-7737-45A2-B74D-951258C9BA1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0" r="40148" b="19849"/>
          <a:stretch/>
        </p:blipFill>
        <p:spPr>
          <a:xfrm>
            <a:off x="0" y="-13318"/>
            <a:ext cx="3251200" cy="6871318"/>
          </a:xfrm>
          <a:prstGeom prst="rect">
            <a:avLst/>
          </a:prstGeom>
        </p:spPr>
      </p:pic>
      <p:sp>
        <p:nvSpPr>
          <p:cNvPr id="14" name="矩形 13">
            <a:extLst>
              <a:ext uri="{FF2B5EF4-FFF2-40B4-BE49-F238E27FC236}">
                <a16:creationId xmlns:a16="http://schemas.microsoft.com/office/drawing/2014/main" id="{15891B7D-F37E-4986-9C4A-08E5A1BEE216}"/>
              </a:ext>
            </a:extLst>
          </p:cNvPr>
          <p:cNvSpPr/>
          <p:nvPr userDrawn="1"/>
        </p:nvSpPr>
        <p:spPr>
          <a:xfrm>
            <a:off x="0" y="-13318"/>
            <a:ext cx="2895600" cy="5694880"/>
          </a:xfrm>
          <a:prstGeom prst="rect">
            <a:avLst/>
          </a:prstGeom>
          <a:solidFill>
            <a:srgbClr val="C0000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26B35900-7A17-45DF-832A-56BA082A4DB0}"/>
              </a:ext>
            </a:extLst>
          </p:cNvPr>
          <p:cNvSpPr/>
          <p:nvPr userDrawn="1"/>
        </p:nvSpPr>
        <p:spPr>
          <a:xfrm>
            <a:off x="382440" y="2095674"/>
            <a:ext cx="2341180" cy="584775"/>
          </a:xfrm>
          <a:prstGeom prst="rect">
            <a:avLst/>
          </a:prstGeom>
        </p:spPr>
        <p:txBody>
          <a:bodyPr wrap="square">
            <a:spAutoFit/>
          </a:bodyPr>
          <a:lstStyle/>
          <a:p>
            <a:pPr algn="dist"/>
            <a:r>
              <a:rPr lang="en-US" altLang="zh-CN" sz="3200" b="1" i="0" dirty="0">
                <a:solidFill>
                  <a:schemeClr val="bg1"/>
                </a:solidFill>
                <a:effectLst/>
                <a:latin typeface="+mj-ea"/>
                <a:ea typeface="+mj-ea"/>
              </a:rPr>
              <a:t>CONTENT</a:t>
            </a:r>
            <a:endParaRPr lang="zh-CN" altLang="en-US" sz="3200" b="1" dirty="0">
              <a:solidFill>
                <a:schemeClr val="bg1"/>
              </a:solidFill>
              <a:effectLst/>
              <a:latin typeface="+mj-ea"/>
              <a:ea typeface="+mj-ea"/>
            </a:endParaRPr>
          </a:p>
        </p:txBody>
      </p:sp>
      <p:pic>
        <p:nvPicPr>
          <p:cNvPr id="18" name="图片 17">
            <a:extLst>
              <a:ext uri="{FF2B5EF4-FFF2-40B4-BE49-F238E27FC236}">
                <a16:creationId xmlns:a16="http://schemas.microsoft.com/office/drawing/2014/main" id="{B4888980-B841-48EE-AA4D-79781179F83D}"/>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61644" y="246555"/>
            <a:ext cx="2384725" cy="783959"/>
          </a:xfrm>
          <a:prstGeom prst="rect">
            <a:avLst/>
          </a:prstGeom>
        </p:spPr>
      </p:pic>
      <p:sp>
        <p:nvSpPr>
          <p:cNvPr id="19" name="矩形 18">
            <a:extLst>
              <a:ext uri="{FF2B5EF4-FFF2-40B4-BE49-F238E27FC236}">
                <a16:creationId xmlns:a16="http://schemas.microsoft.com/office/drawing/2014/main" id="{7BB976DF-46B7-4936-B873-BF9CCB651003}"/>
              </a:ext>
            </a:extLst>
          </p:cNvPr>
          <p:cNvSpPr/>
          <p:nvPr userDrawn="1"/>
        </p:nvSpPr>
        <p:spPr>
          <a:xfrm>
            <a:off x="0" y="6824883"/>
            <a:ext cx="3251200" cy="45719"/>
          </a:xfrm>
          <a:prstGeom prst="rect">
            <a:avLst/>
          </a:prstGeom>
          <a:gradFill flip="none" rotWithShape="1">
            <a:gsLst>
              <a:gs pos="0">
                <a:schemeClr val="accent4">
                  <a:lumMod val="40000"/>
                  <a:lumOff val="60000"/>
                </a:schemeClr>
              </a:gs>
              <a:gs pos="23000">
                <a:schemeClr val="accent4">
                  <a:lumMod val="60000"/>
                  <a:lumOff val="40000"/>
                </a:schemeClr>
              </a:gs>
              <a:gs pos="52000">
                <a:schemeClr val="accent4">
                  <a:lumMod val="60000"/>
                  <a:lumOff val="40000"/>
                </a:schemeClr>
              </a:gs>
              <a:gs pos="97000">
                <a:schemeClr val="accent4">
                  <a:lumMod val="20000"/>
                  <a:lumOff val="8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灯片编号占位符 5">
            <a:extLst>
              <a:ext uri="{FF2B5EF4-FFF2-40B4-BE49-F238E27FC236}">
                <a16:creationId xmlns:a16="http://schemas.microsoft.com/office/drawing/2014/main" id="{895570B1-7C18-40DE-9D30-656AFF266EA7}"/>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
        <p:nvSpPr>
          <p:cNvPr id="2" name="矩形 1">
            <a:extLst>
              <a:ext uri="{FF2B5EF4-FFF2-40B4-BE49-F238E27FC236}">
                <a16:creationId xmlns:a16="http://schemas.microsoft.com/office/drawing/2014/main" id="{35CC1711-CA3E-A550-2272-F420AE412F56}"/>
              </a:ext>
            </a:extLst>
          </p:cNvPr>
          <p:cNvSpPr/>
          <p:nvPr userDrawn="1"/>
        </p:nvSpPr>
        <p:spPr>
          <a:xfrm>
            <a:off x="4854258" y="1180599"/>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accent2">
                  <a:lumMod val="50000"/>
                </a:schemeClr>
              </a:solidFill>
            </a:endParaRPr>
          </a:p>
        </p:txBody>
      </p:sp>
      <p:grpSp>
        <p:nvGrpSpPr>
          <p:cNvPr id="4" name="组合 3">
            <a:extLst>
              <a:ext uri="{FF2B5EF4-FFF2-40B4-BE49-F238E27FC236}">
                <a16:creationId xmlns:a16="http://schemas.microsoft.com/office/drawing/2014/main" id="{ADECFEBE-6CA2-4D3C-C990-F58B7FFA8583}"/>
              </a:ext>
            </a:extLst>
          </p:cNvPr>
          <p:cNvGrpSpPr/>
          <p:nvPr userDrawn="1"/>
        </p:nvGrpSpPr>
        <p:grpSpPr>
          <a:xfrm>
            <a:off x="3815032" y="1180599"/>
            <a:ext cx="804325" cy="804325"/>
            <a:chOff x="5412150" y="1180600"/>
            <a:chExt cx="720000" cy="720000"/>
          </a:xfrm>
        </p:grpSpPr>
        <p:sp>
          <p:nvSpPr>
            <p:cNvPr id="5" name="矩形 4">
              <a:extLst>
                <a:ext uri="{FF2B5EF4-FFF2-40B4-BE49-F238E27FC236}">
                  <a16:creationId xmlns:a16="http://schemas.microsoft.com/office/drawing/2014/main" id="{C88C443C-C96C-F750-19C3-259EFBB9053A}"/>
                </a:ext>
              </a:extLst>
            </p:cNvPr>
            <p:cNvSpPr/>
            <p:nvPr/>
          </p:nvSpPr>
          <p:spPr>
            <a:xfrm>
              <a:off x="5412150" y="118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1</a:t>
              </a:r>
              <a:endParaRPr lang="zh-CN" altLang="en-US" sz="3200" b="1" dirty="0"/>
            </a:p>
          </p:txBody>
        </p:sp>
        <p:sp>
          <p:nvSpPr>
            <p:cNvPr id="6" name="矩形 5">
              <a:extLst>
                <a:ext uri="{FF2B5EF4-FFF2-40B4-BE49-F238E27FC236}">
                  <a16:creationId xmlns:a16="http://schemas.microsoft.com/office/drawing/2014/main" id="{11056E84-72BD-58D8-D296-877C038ECF1D}"/>
                </a:ext>
              </a:extLst>
            </p:cNvPr>
            <p:cNvSpPr/>
            <p:nvPr/>
          </p:nvSpPr>
          <p:spPr>
            <a:xfrm>
              <a:off x="5412150" y="181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6CCD472D-0575-1920-69AC-84B657B5A391}"/>
              </a:ext>
            </a:extLst>
          </p:cNvPr>
          <p:cNvGrpSpPr/>
          <p:nvPr userDrawn="1"/>
        </p:nvGrpSpPr>
        <p:grpSpPr>
          <a:xfrm>
            <a:off x="3815032" y="2387086"/>
            <a:ext cx="804325" cy="804325"/>
            <a:chOff x="5412150" y="2260600"/>
            <a:chExt cx="720000" cy="720000"/>
          </a:xfrm>
        </p:grpSpPr>
        <p:sp>
          <p:nvSpPr>
            <p:cNvPr id="9" name="矩形 8">
              <a:extLst>
                <a:ext uri="{FF2B5EF4-FFF2-40B4-BE49-F238E27FC236}">
                  <a16:creationId xmlns:a16="http://schemas.microsoft.com/office/drawing/2014/main" id="{78DE18C0-4876-2233-1D68-904E5207A225}"/>
                </a:ext>
              </a:extLst>
            </p:cNvPr>
            <p:cNvSpPr/>
            <p:nvPr/>
          </p:nvSpPr>
          <p:spPr>
            <a:xfrm>
              <a:off x="5412150" y="226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2</a:t>
              </a:r>
              <a:endParaRPr lang="zh-CN" altLang="en-US" sz="3200" b="1" dirty="0"/>
            </a:p>
          </p:txBody>
        </p:sp>
        <p:sp>
          <p:nvSpPr>
            <p:cNvPr id="10" name="矩形 9">
              <a:extLst>
                <a:ext uri="{FF2B5EF4-FFF2-40B4-BE49-F238E27FC236}">
                  <a16:creationId xmlns:a16="http://schemas.microsoft.com/office/drawing/2014/main" id="{861613C9-FD56-B647-1164-19A6EB0DDCF0}"/>
                </a:ext>
              </a:extLst>
            </p:cNvPr>
            <p:cNvSpPr/>
            <p:nvPr/>
          </p:nvSpPr>
          <p:spPr>
            <a:xfrm>
              <a:off x="5412150" y="289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02311D29-B79A-3067-CD0C-4350B91AC897}"/>
              </a:ext>
            </a:extLst>
          </p:cNvPr>
          <p:cNvGrpSpPr/>
          <p:nvPr userDrawn="1"/>
        </p:nvGrpSpPr>
        <p:grpSpPr>
          <a:xfrm>
            <a:off x="3815032" y="3593574"/>
            <a:ext cx="804325" cy="804325"/>
            <a:chOff x="5412150" y="3340600"/>
            <a:chExt cx="720000" cy="720000"/>
          </a:xfrm>
        </p:grpSpPr>
        <p:sp>
          <p:nvSpPr>
            <p:cNvPr id="12" name="矩形 11">
              <a:extLst>
                <a:ext uri="{FF2B5EF4-FFF2-40B4-BE49-F238E27FC236}">
                  <a16:creationId xmlns:a16="http://schemas.microsoft.com/office/drawing/2014/main" id="{DD52D0A7-21D0-41EC-18AE-46F92BCB8A06}"/>
                </a:ext>
              </a:extLst>
            </p:cNvPr>
            <p:cNvSpPr/>
            <p:nvPr/>
          </p:nvSpPr>
          <p:spPr>
            <a:xfrm>
              <a:off x="5412150" y="334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3</a:t>
              </a:r>
              <a:endParaRPr lang="zh-CN" altLang="en-US" sz="3200" b="1" dirty="0"/>
            </a:p>
          </p:txBody>
        </p:sp>
        <p:sp>
          <p:nvSpPr>
            <p:cNvPr id="13" name="矩形 12">
              <a:extLst>
                <a:ext uri="{FF2B5EF4-FFF2-40B4-BE49-F238E27FC236}">
                  <a16:creationId xmlns:a16="http://schemas.microsoft.com/office/drawing/2014/main" id="{4DDF5339-55B8-263A-681B-1F80107FE98D}"/>
                </a:ext>
              </a:extLst>
            </p:cNvPr>
            <p:cNvSpPr/>
            <p:nvPr/>
          </p:nvSpPr>
          <p:spPr>
            <a:xfrm>
              <a:off x="5412150" y="397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78018AA6-9CD0-FD2B-85F8-9EC6B19340E4}"/>
              </a:ext>
            </a:extLst>
          </p:cNvPr>
          <p:cNvGrpSpPr/>
          <p:nvPr userDrawn="1"/>
        </p:nvGrpSpPr>
        <p:grpSpPr>
          <a:xfrm>
            <a:off x="3815032" y="4800061"/>
            <a:ext cx="804325" cy="804325"/>
            <a:chOff x="5412150" y="4420600"/>
            <a:chExt cx="720000" cy="720000"/>
          </a:xfrm>
        </p:grpSpPr>
        <p:sp>
          <p:nvSpPr>
            <p:cNvPr id="17" name="矩形 16">
              <a:extLst>
                <a:ext uri="{FF2B5EF4-FFF2-40B4-BE49-F238E27FC236}">
                  <a16:creationId xmlns:a16="http://schemas.microsoft.com/office/drawing/2014/main" id="{D9C2B672-67BE-6132-BAFC-A8A30AA381D2}"/>
                </a:ext>
              </a:extLst>
            </p:cNvPr>
            <p:cNvSpPr/>
            <p:nvPr/>
          </p:nvSpPr>
          <p:spPr>
            <a:xfrm>
              <a:off x="5412150" y="442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4</a:t>
              </a:r>
              <a:endParaRPr lang="zh-CN" altLang="en-US" sz="3200" b="1" dirty="0"/>
            </a:p>
          </p:txBody>
        </p:sp>
        <p:sp>
          <p:nvSpPr>
            <p:cNvPr id="20" name="矩形 19">
              <a:extLst>
                <a:ext uri="{FF2B5EF4-FFF2-40B4-BE49-F238E27FC236}">
                  <a16:creationId xmlns:a16="http://schemas.microsoft.com/office/drawing/2014/main" id="{CF959B1A-86DD-B096-0E70-BEE2573AAD8D}"/>
                </a:ext>
              </a:extLst>
            </p:cNvPr>
            <p:cNvSpPr/>
            <p:nvPr/>
          </p:nvSpPr>
          <p:spPr>
            <a:xfrm>
              <a:off x="5412150" y="505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a:extLst>
              <a:ext uri="{FF2B5EF4-FFF2-40B4-BE49-F238E27FC236}">
                <a16:creationId xmlns:a16="http://schemas.microsoft.com/office/drawing/2014/main" id="{D6160684-CD7F-6934-BDB3-C24EFC3ACE04}"/>
              </a:ext>
            </a:extLst>
          </p:cNvPr>
          <p:cNvSpPr/>
          <p:nvPr userDrawn="1"/>
        </p:nvSpPr>
        <p:spPr>
          <a:xfrm>
            <a:off x="4854258" y="2387086"/>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accent2">
                  <a:lumMod val="50000"/>
                </a:schemeClr>
              </a:solidFill>
            </a:endParaRPr>
          </a:p>
        </p:txBody>
      </p:sp>
      <p:sp>
        <p:nvSpPr>
          <p:cNvPr id="22" name="矩形 21">
            <a:extLst>
              <a:ext uri="{FF2B5EF4-FFF2-40B4-BE49-F238E27FC236}">
                <a16:creationId xmlns:a16="http://schemas.microsoft.com/office/drawing/2014/main" id="{000275C6-FCEC-0852-C97D-A2660C672EC8}"/>
              </a:ext>
            </a:extLst>
          </p:cNvPr>
          <p:cNvSpPr/>
          <p:nvPr userDrawn="1"/>
        </p:nvSpPr>
        <p:spPr>
          <a:xfrm>
            <a:off x="4854258" y="3593574"/>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accent2">
                  <a:lumMod val="50000"/>
                </a:schemeClr>
              </a:solidFill>
            </a:endParaRPr>
          </a:p>
        </p:txBody>
      </p:sp>
      <p:sp>
        <p:nvSpPr>
          <p:cNvPr id="23" name="矩形 22">
            <a:extLst>
              <a:ext uri="{FF2B5EF4-FFF2-40B4-BE49-F238E27FC236}">
                <a16:creationId xmlns:a16="http://schemas.microsoft.com/office/drawing/2014/main" id="{C6C2ED1F-56B7-8299-C4F9-4D66BE98D74D}"/>
              </a:ext>
            </a:extLst>
          </p:cNvPr>
          <p:cNvSpPr/>
          <p:nvPr userDrawn="1"/>
        </p:nvSpPr>
        <p:spPr>
          <a:xfrm>
            <a:off x="4854258" y="4800061"/>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accent2">
                  <a:lumMod val="50000"/>
                </a:schemeClr>
              </a:solidFill>
            </a:endParaRPr>
          </a:p>
        </p:txBody>
      </p:sp>
      <p:sp>
        <p:nvSpPr>
          <p:cNvPr id="24" name="文本占位符 28">
            <a:extLst>
              <a:ext uri="{FF2B5EF4-FFF2-40B4-BE49-F238E27FC236}">
                <a16:creationId xmlns:a16="http://schemas.microsoft.com/office/drawing/2014/main" id="{DF9B2F9A-C950-80E7-161D-03E9B37D2361}"/>
              </a:ext>
            </a:extLst>
          </p:cNvPr>
          <p:cNvSpPr>
            <a:spLocks noGrp="1"/>
          </p:cNvSpPr>
          <p:nvPr>
            <p:ph type="body" sz="quarter" idx="11"/>
          </p:nvPr>
        </p:nvSpPr>
        <p:spPr>
          <a:xfrm>
            <a:off x="5082721" y="1304254"/>
            <a:ext cx="5893254" cy="580129"/>
          </a:xfrm>
          <a:prstGeom prst="rect">
            <a:avLst/>
          </a:prstGeom>
        </p:spPr>
        <p:txBody>
          <a:bodyPr anchor="ctr"/>
          <a:lstStyle>
            <a:lvl1pPr algn="ctr">
              <a:buNone/>
              <a:defRPr/>
            </a:lvl1pPr>
            <a:lvl2pPr>
              <a:buNone/>
              <a:defRPr/>
            </a:lvl2pPr>
          </a:lstStyle>
          <a:p>
            <a:pPr lvl="0"/>
            <a:r>
              <a:rPr lang="zh-CN" altLang="en-US" dirty="0"/>
              <a:t>单击此处编辑母版文本样式</a:t>
            </a:r>
          </a:p>
        </p:txBody>
      </p:sp>
      <p:sp>
        <p:nvSpPr>
          <p:cNvPr id="25" name="文本占位符 28">
            <a:extLst>
              <a:ext uri="{FF2B5EF4-FFF2-40B4-BE49-F238E27FC236}">
                <a16:creationId xmlns:a16="http://schemas.microsoft.com/office/drawing/2014/main" id="{E477D4E5-A81C-6B3A-B140-3AE042C47FEC}"/>
              </a:ext>
            </a:extLst>
          </p:cNvPr>
          <p:cNvSpPr>
            <a:spLocks noGrp="1"/>
          </p:cNvSpPr>
          <p:nvPr>
            <p:ph type="body" sz="quarter" idx="12"/>
          </p:nvPr>
        </p:nvSpPr>
        <p:spPr>
          <a:xfrm>
            <a:off x="5082721" y="2494394"/>
            <a:ext cx="5893254" cy="580129"/>
          </a:xfrm>
          <a:prstGeom prst="rect">
            <a:avLst/>
          </a:prstGeom>
        </p:spPr>
        <p:txBody>
          <a:bodyPr anchor="ctr"/>
          <a:lstStyle>
            <a:lvl1pPr algn="ctr">
              <a:buNone/>
              <a:defRPr/>
            </a:lvl1pPr>
            <a:lvl2pPr>
              <a:buNone/>
              <a:defRPr/>
            </a:lvl2pPr>
          </a:lstStyle>
          <a:p>
            <a:pPr lvl="0"/>
            <a:r>
              <a:rPr lang="zh-CN" altLang="en-US" dirty="0"/>
              <a:t>单击此处编辑母版文本样式</a:t>
            </a:r>
          </a:p>
        </p:txBody>
      </p:sp>
      <p:sp>
        <p:nvSpPr>
          <p:cNvPr id="26" name="文本占位符 28">
            <a:extLst>
              <a:ext uri="{FF2B5EF4-FFF2-40B4-BE49-F238E27FC236}">
                <a16:creationId xmlns:a16="http://schemas.microsoft.com/office/drawing/2014/main" id="{B4FA111C-E86A-7A27-FA6E-1704936B5B49}"/>
              </a:ext>
            </a:extLst>
          </p:cNvPr>
          <p:cNvSpPr>
            <a:spLocks noGrp="1"/>
          </p:cNvSpPr>
          <p:nvPr>
            <p:ph type="body" sz="quarter" idx="13"/>
          </p:nvPr>
        </p:nvSpPr>
        <p:spPr>
          <a:xfrm>
            <a:off x="5082721" y="3700881"/>
            <a:ext cx="5893254" cy="580129"/>
          </a:xfrm>
          <a:prstGeom prst="rect">
            <a:avLst/>
          </a:prstGeom>
        </p:spPr>
        <p:txBody>
          <a:bodyPr anchor="ctr"/>
          <a:lstStyle>
            <a:lvl1pPr algn="ctr">
              <a:buNone/>
              <a:defRPr/>
            </a:lvl1pPr>
            <a:lvl2pPr>
              <a:buNone/>
              <a:defRPr/>
            </a:lvl2pPr>
          </a:lstStyle>
          <a:p>
            <a:pPr lvl="0"/>
            <a:r>
              <a:rPr lang="zh-CN" altLang="en-US" dirty="0"/>
              <a:t>单击此处编辑母版文本样式</a:t>
            </a:r>
          </a:p>
        </p:txBody>
      </p:sp>
      <p:sp>
        <p:nvSpPr>
          <p:cNvPr id="27" name="文本占位符 28">
            <a:extLst>
              <a:ext uri="{FF2B5EF4-FFF2-40B4-BE49-F238E27FC236}">
                <a16:creationId xmlns:a16="http://schemas.microsoft.com/office/drawing/2014/main" id="{9CFE5B84-0295-951A-1457-77B00B2AC182}"/>
              </a:ext>
            </a:extLst>
          </p:cNvPr>
          <p:cNvSpPr>
            <a:spLocks noGrp="1"/>
          </p:cNvSpPr>
          <p:nvPr>
            <p:ph type="body" sz="quarter" idx="14"/>
          </p:nvPr>
        </p:nvSpPr>
        <p:spPr>
          <a:xfrm>
            <a:off x="5082721" y="4912158"/>
            <a:ext cx="5893254" cy="580129"/>
          </a:xfrm>
          <a:prstGeom prst="rect">
            <a:avLst/>
          </a:prstGeom>
        </p:spPr>
        <p:txBody>
          <a:bodyPr anchor="ctr"/>
          <a:lstStyle>
            <a:lvl1pPr algn="ctr">
              <a:buNone/>
              <a:defRPr/>
            </a:lvl1pPr>
            <a:lvl2pPr>
              <a:buNone/>
              <a:defRPr/>
            </a:lvl2pPr>
          </a:lstStyle>
          <a:p>
            <a:pPr lvl="0"/>
            <a:r>
              <a:rPr lang="zh-CN" altLang="en-US" dirty="0"/>
              <a:t>单击此处编辑母版文本样式</a:t>
            </a:r>
          </a:p>
        </p:txBody>
      </p:sp>
    </p:spTree>
    <p:extLst>
      <p:ext uri="{BB962C8B-B14F-4D97-AF65-F5344CB8AC3E}">
        <p14:creationId xmlns:p14="http://schemas.microsoft.com/office/powerpoint/2010/main" val="4997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F5091F18-2A0A-43EF-AEC5-EF3A0034D862}"/>
              </a:ext>
            </a:extLst>
          </p:cNvPr>
          <p:cNvPicPr>
            <a:picLocks noChangeAspect="1"/>
          </p:cNvPicPr>
          <p:nvPr userDrawn="1"/>
        </p:nvPicPr>
        <p:blipFill rotWithShape="1">
          <a:blip r:embed="rId2">
            <a:duotone>
              <a:schemeClr val="accent3">
                <a:shade val="45000"/>
                <a:satMod val="135000"/>
              </a:schemeClr>
              <a:prstClr val="white"/>
            </a:duotone>
            <a:extLst>
              <a:ext uri="{28A0092B-C50C-407E-A947-70E740481C1C}">
                <a14:useLocalDpi xmlns:a14="http://schemas.microsoft.com/office/drawing/2010/main" val="0"/>
              </a:ext>
            </a:extLst>
          </a:blip>
          <a:srcRect t="30295"/>
          <a:stretch/>
        </p:blipFill>
        <p:spPr>
          <a:xfrm>
            <a:off x="-1" y="1"/>
            <a:ext cx="12192001" cy="3745394"/>
          </a:xfrm>
          <a:prstGeom prst="rect">
            <a:avLst/>
          </a:prstGeom>
        </p:spPr>
      </p:pic>
      <p:sp>
        <p:nvSpPr>
          <p:cNvPr id="26" name="矩形: 剪去单角 25">
            <a:extLst>
              <a:ext uri="{FF2B5EF4-FFF2-40B4-BE49-F238E27FC236}">
                <a16:creationId xmlns:a16="http://schemas.microsoft.com/office/drawing/2014/main" id="{50AE8945-A21C-41D3-8B17-0892E47B2493}"/>
              </a:ext>
            </a:extLst>
          </p:cNvPr>
          <p:cNvSpPr/>
          <p:nvPr userDrawn="1"/>
        </p:nvSpPr>
        <p:spPr>
          <a:xfrm rot="5400000" flipV="1">
            <a:off x="4220955" y="-4225652"/>
            <a:ext cx="3745394" cy="12196697"/>
          </a:xfrm>
          <a:prstGeom prst="snip1Rect">
            <a:avLst>
              <a:gd name="adj" fmla="val 0"/>
            </a:avLst>
          </a:prstGeom>
          <a:solidFill>
            <a:srgbClr val="AC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1" name="矩形: 剪去单角 30">
            <a:extLst>
              <a:ext uri="{FF2B5EF4-FFF2-40B4-BE49-F238E27FC236}">
                <a16:creationId xmlns:a16="http://schemas.microsoft.com/office/drawing/2014/main" id="{C3B26717-FDA4-4F26-9FCA-EBA182F70EF2}"/>
              </a:ext>
            </a:extLst>
          </p:cNvPr>
          <p:cNvSpPr/>
          <p:nvPr userDrawn="1"/>
        </p:nvSpPr>
        <p:spPr>
          <a:xfrm rot="5400000" flipV="1">
            <a:off x="6070791" y="736789"/>
            <a:ext cx="45719" cy="12196703"/>
          </a:xfrm>
          <a:prstGeom prst="snip1Rect">
            <a:avLst>
              <a:gd name="adj" fmla="val 0"/>
            </a:avLst>
          </a:prstGeom>
          <a:solidFill>
            <a:schemeClr val="bg2">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10" name="图片 9">
            <a:extLst>
              <a:ext uri="{FF2B5EF4-FFF2-40B4-BE49-F238E27FC236}">
                <a16:creationId xmlns:a16="http://schemas.microsoft.com/office/drawing/2014/main" id="{385FED44-E079-4D8C-AE5B-73684BD83DDD}"/>
              </a:ext>
            </a:extLst>
          </p:cNvPr>
          <p:cNvPicPr>
            <a:picLocks noChangeAspect="1"/>
          </p:cNvPicPr>
          <p:nvPr userDrawn="1"/>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l="68781" t="-39299" r="3657"/>
          <a:stretch/>
        </p:blipFill>
        <p:spPr>
          <a:xfrm>
            <a:off x="8949419" y="6359998"/>
            <a:ext cx="2626310" cy="455772"/>
          </a:xfrm>
          <a:prstGeom prst="rect">
            <a:avLst/>
          </a:prstGeom>
        </p:spPr>
      </p:pic>
      <p:sp>
        <p:nvSpPr>
          <p:cNvPr id="2" name="等腰三角形 1">
            <a:extLst>
              <a:ext uri="{FF2B5EF4-FFF2-40B4-BE49-F238E27FC236}">
                <a16:creationId xmlns:a16="http://schemas.microsoft.com/office/drawing/2014/main" id="{BA8EFC82-7B4F-4802-95B2-D38190C27CF1}"/>
              </a:ext>
            </a:extLst>
          </p:cNvPr>
          <p:cNvSpPr/>
          <p:nvPr userDrawn="1"/>
        </p:nvSpPr>
        <p:spPr>
          <a:xfrm>
            <a:off x="2055644" y="3611156"/>
            <a:ext cx="429986" cy="1397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 13">
            <a:extLst>
              <a:ext uri="{FF2B5EF4-FFF2-40B4-BE49-F238E27FC236}">
                <a16:creationId xmlns:a16="http://schemas.microsoft.com/office/drawing/2014/main" id="{9C2FEFC0-9A89-4F07-B1CD-33CD8C751EFD}"/>
              </a:ext>
            </a:extLst>
          </p:cNvPr>
          <p:cNvSpPr>
            <a:spLocks noGrp="1"/>
          </p:cNvSpPr>
          <p:nvPr>
            <p:ph type="title"/>
          </p:nvPr>
        </p:nvSpPr>
        <p:spPr>
          <a:xfrm>
            <a:off x="1248227" y="4270089"/>
            <a:ext cx="9956801" cy="775349"/>
          </a:xfrm>
          <a:prstGeom prst="rect">
            <a:avLst/>
          </a:prstGeom>
          <a:solidFill>
            <a:schemeClr val="bg1"/>
          </a:solidFill>
          <a:effectLst/>
        </p:spPr>
        <p:txBody>
          <a:bodyPr anchor="ctr"/>
          <a:lstStyle>
            <a:lvl1pPr algn="l">
              <a:defRPr sz="4400" b="1" spc="600">
                <a:solidFill>
                  <a:schemeClr val="accent1"/>
                </a:solidFill>
              </a:defRPr>
            </a:lvl1pPr>
          </a:lstStyle>
          <a:p>
            <a:r>
              <a:rPr lang="zh-CN" altLang="en-US" dirty="0"/>
              <a:t>单击此处编辑母版标题样式</a:t>
            </a:r>
          </a:p>
        </p:txBody>
      </p:sp>
      <p:sp>
        <p:nvSpPr>
          <p:cNvPr id="19" name="文本占位符 38">
            <a:extLst>
              <a:ext uri="{FF2B5EF4-FFF2-40B4-BE49-F238E27FC236}">
                <a16:creationId xmlns:a16="http://schemas.microsoft.com/office/drawing/2014/main" id="{087AB473-276D-46A5-8DF3-B88633F40F5E}"/>
              </a:ext>
            </a:extLst>
          </p:cNvPr>
          <p:cNvSpPr>
            <a:spLocks noGrp="1"/>
          </p:cNvSpPr>
          <p:nvPr>
            <p:ph type="body" sz="quarter" idx="11"/>
          </p:nvPr>
        </p:nvSpPr>
        <p:spPr>
          <a:xfrm>
            <a:off x="1248227" y="5228361"/>
            <a:ext cx="9855201" cy="1117123"/>
          </a:xfrm>
          <a:prstGeom prst="rect">
            <a:avLst/>
          </a:prstGeom>
        </p:spPr>
        <p:txBody>
          <a:bodyPr/>
          <a:lstStyle>
            <a:lvl1pPr marL="0" indent="0" algn="just">
              <a:lnSpc>
                <a:spcPct val="130000"/>
              </a:lnSpc>
              <a:buNone/>
              <a:defRPr sz="2200">
                <a:solidFill>
                  <a:schemeClr val="tx1">
                    <a:lumMod val="50000"/>
                    <a:lumOff val="50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编辑母版文本样式</a:t>
            </a:r>
          </a:p>
        </p:txBody>
      </p:sp>
      <p:sp>
        <p:nvSpPr>
          <p:cNvPr id="9" name="灯片编号占位符 5">
            <a:extLst>
              <a:ext uri="{FF2B5EF4-FFF2-40B4-BE49-F238E27FC236}">
                <a16:creationId xmlns:a16="http://schemas.microsoft.com/office/drawing/2014/main" id="{BA144D37-3A28-49F2-8960-183FA3AD67FE}"/>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
        <p:nvSpPr>
          <p:cNvPr id="4" name="矩形: 对角圆角 3">
            <a:extLst>
              <a:ext uri="{FF2B5EF4-FFF2-40B4-BE49-F238E27FC236}">
                <a16:creationId xmlns:a16="http://schemas.microsoft.com/office/drawing/2014/main" id="{778ED302-D2AD-EC59-E22F-B0B91F667AD7}"/>
              </a:ext>
            </a:extLst>
          </p:cNvPr>
          <p:cNvSpPr/>
          <p:nvPr userDrawn="1"/>
        </p:nvSpPr>
        <p:spPr>
          <a:xfrm>
            <a:off x="917664" y="4315083"/>
            <a:ext cx="127364" cy="644812"/>
          </a:xfrm>
          <a:prstGeom prst="round2DiagRect">
            <a:avLst>
              <a:gd name="adj1" fmla="val 0"/>
              <a:gd name="adj2" fmla="val 0"/>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1395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8" name="平行四边形 17">
            <a:extLst>
              <a:ext uri="{FF2B5EF4-FFF2-40B4-BE49-F238E27FC236}">
                <a16:creationId xmlns:a16="http://schemas.microsoft.com/office/drawing/2014/main" id="{55B5EF86-CD68-45F5-B469-E0C751A7F1CE}"/>
              </a:ext>
            </a:extLst>
          </p:cNvPr>
          <p:cNvSpPr/>
          <p:nvPr userDrawn="1"/>
        </p:nvSpPr>
        <p:spPr>
          <a:xfrm>
            <a:off x="0" y="1"/>
            <a:ext cx="12191483" cy="830940"/>
          </a:xfrm>
          <a:prstGeom prst="parallelogram">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占位符 16">
            <a:extLst>
              <a:ext uri="{FF2B5EF4-FFF2-40B4-BE49-F238E27FC236}">
                <a16:creationId xmlns:a16="http://schemas.microsoft.com/office/drawing/2014/main" id="{2FF6FEE6-2A34-4756-8F6B-3232EC375278}"/>
              </a:ext>
            </a:extLst>
          </p:cNvPr>
          <p:cNvSpPr>
            <a:spLocks noGrp="1"/>
          </p:cNvSpPr>
          <p:nvPr>
            <p:ph type="body" sz="quarter" idx="14"/>
          </p:nvPr>
        </p:nvSpPr>
        <p:spPr>
          <a:xfrm>
            <a:off x="537676" y="1190090"/>
            <a:ext cx="11174254" cy="4765791"/>
          </a:xfrm>
          <a:prstGeom prst="rect">
            <a:avLst/>
          </a:prstGeom>
        </p:spPr>
        <p:txBody>
          <a:bodyPr/>
          <a:lstStyle>
            <a:lvl1pPr marL="363538" indent="-363538">
              <a:lnSpc>
                <a:spcPct val="130000"/>
              </a:lnSpc>
              <a:buFontTx/>
              <a:buBlip>
                <a:blip r:embed="rId2"/>
              </a:buBlip>
              <a:defRPr sz="2400" b="1" spc="300">
                <a:solidFill>
                  <a:schemeClr val="accent2">
                    <a:lumMod val="50000"/>
                  </a:schemeClr>
                </a:solidFill>
              </a:defRPr>
            </a:lvl1pPr>
            <a:lvl2pPr marL="685800" indent="-228600">
              <a:lnSpc>
                <a:spcPct val="130000"/>
              </a:lnSpc>
              <a:buClr>
                <a:schemeClr val="accent1">
                  <a:lumMod val="60000"/>
                  <a:lumOff val="40000"/>
                </a:schemeClr>
              </a:buClr>
              <a:buFont typeface="Arial" panose="020B0604020202020204" pitchFamily="34" charset="0"/>
              <a:buChar char="•"/>
              <a:defRPr sz="2400" spc="300">
                <a:solidFill>
                  <a:schemeClr val="accent2">
                    <a:lumMod val="50000"/>
                  </a:schemeClr>
                </a:solidFill>
              </a:defRPr>
            </a:lvl2pPr>
            <a:lvl3pPr marL="1143000" indent="-228600">
              <a:lnSpc>
                <a:spcPct val="130000"/>
              </a:lnSpc>
              <a:buClr>
                <a:schemeClr val="accent1">
                  <a:lumMod val="60000"/>
                  <a:lumOff val="40000"/>
                </a:schemeClr>
              </a:buClr>
              <a:buFont typeface="Arial" panose="020B0604020202020204" pitchFamily="34" charset="0"/>
              <a:buChar char="•"/>
              <a:defRPr sz="2000" spc="300">
                <a:solidFill>
                  <a:schemeClr val="accent2">
                    <a:lumMod val="50000"/>
                  </a:schemeClr>
                </a:solidFill>
              </a:defRPr>
            </a:lvl3pPr>
            <a:lvl4pPr marL="1600200" indent="-228600">
              <a:lnSpc>
                <a:spcPct val="130000"/>
              </a:lnSpc>
              <a:buClr>
                <a:schemeClr val="accent1">
                  <a:lumMod val="60000"/>
                  <a:lumOff val="40000"/>
                </a:schemeClr>
              </a:buClr>
              <a:buFont typeface="Arial" panose="020B0604020202020204" pitchFamily="34" charset="0"/>
              <a:buChar char="•"/>
              <a:defRPr sz="1800" spc="300">
                <a:solidFill>
                  <a:schemeClr val="accent2">
                    <a:lumMod val="50000"/>
                  </a:schemeClr>
                </a:solidFill>
              </a:defRPr>
            </a:lvl4pPr>
            <a:lvl5pPr marL="2057400" indent="-228600">
              <a:lnSpc>
                <a:spcPct val="130000"/>
              </a:lnSpc>
              <a:buClr>
                <a:schemeClr val="accent1">
                  <a:lumMod val="60000"/>
                  <a:lumOff val="40000"/>
                </a:schemeClr>
              </a:buClr>
              <a:buFont typeface="Arial" panose="020B0604020202020204" pitchFamily="34" charset="0"/>
              <a:buChar char="•"/>
              <a:defRPr sz="1800" spc="300">
                <a:solidFill>
                  <a:schemeClr val="accent2">
                    <a:lumMod val="50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等腰三角形 12">
            <a:extLst>
              <a:ext uri="{FF2B5EF4-FFF2-40B4-BE49-F238E27FC236}">
                <a16:creationId xmlns:a16="http://schemas.microsoft.com/office/drawing/2014/main" id="{298FCD2B-7162-4061-910A-CF6DA7FCF72F}"/>
              </a:ext>
            </a:extLst>
          </p:cNvPr>
          <p:cNvSpPr/>
          <p:nvPr userDrawn="1"/>
        </p:nvSpPr>
        <p:spPr>
          <a:xfrm rot="5400000">
            <a:off x="159636" y="354693"/>
            <a:ext cx="429986" cy="139700"/>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978FE0F8-F560-46AD-979D-DC4DA8E97AFE}"/>
              </a:ext>
            </a:extLst>
          </p:cNvPr>
          <p:cNvPicPr>
            <a:picLocks noChangeAspect="1"/>
          </p:cNvPicPr>
          <p:nvPr userDrawn="1"/>
        </p:nvPicPr>
        <p:blipFill rotWithShape="1">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l="68781" t="-39299" r="3657"/>
          <a:stretch/>
        </p:blipFill>
        <p:spPr>
          <a:xfrm>
            <a:off x="9299011" y="144759"/>
            <a:ext cx="2626310" cy="455772"/>
          </a:xfrm>
          <a:prstGeom prst="rect">
            <a:avLst/>
          </a:prstGeom>
        </p:spPr>
      </p:pic>
      <p:sp>
        <p:nvSpPr>
          <p:cNvPr id="16" name="矩形 15">
            <a:extLst>
              <a:ext uri="{FF2B5EF4-FFF2-40B4-BE49-F238E27FC236}">
                <a16:creationId xmlns:a16="http://schemas.microsoft.com/office/drawing/2014/main" id="{B21752F1-B84B-46FC-92B3-8A03375B1AD6}"/>
              </a:ext>
            </a:extLst>
          </p:cNvPr>
          <p:cNvSpPr/>
          <p:nvPr userDrawn="1"/>
        </p:nvSpPr>
        <p:spPr>
          <a:xfrm>
            <a:off x="0" y="830941"/>
            <a:ext cx="1219200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灯片编号占位符 5">
            <a:extLst>
              <a:ext uri="{FF2B5EF4-FFF2-40B4-BE49-F238E27FC236}">
                <a16:creationId xmlns:a16="http://schemas.microsoft.com/office/drawing/2014/main" id="{15E6FE7B-9D16-4671-AD75-73D99120F195}"/>
              </a:ext>
            </a:extLst>
          </p:cNvPr>
          <p:cNvSpPr>
            <a:spLocks noGrp="1"/>
          </p:cNvSpPr>
          <p:nvPr>
            <p:ph type="sldNum" sz="quarter" idx="4"/>
          </p:nvPr>
        </p:nvSpPr>
        <p:spPr>
          <a:xfrm>
            <a:off x="11078570" y="6423126"/>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
        <p:nvSpPr>
          <p:cNvPr id="10" name="矩形: 剪去单角 9">
            <a:extLst>
              <a:ext uri="{FF2B5EF4-FFF2-40B4-BE49-F238E27FC236}">
                <a16:creationId xmlns:a16="http://schemas.microsoft.com/office/drawing/2014/main" id="{752E5EA2-2049-4228-A86C-1C3E5848C258}"/>
              </a:ext>
            </a:extLst>
          </p:cNvPr>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1" name="平行四边形 10">
            <a:extLst>
              <a:ext uri="{FF2B5EF4-FFF2-40B4-BE49-F238E27FC236}">
                <a16:creationId xmlns:a16="http://schemas.microsoft.com/office/drawing/2014/main" id="{B8F005B9-958D-43F6-8A0E-ED9EE4B9FBA7}"/>
              </a:ext>
            </a:extLst>
          </p:cNvPr>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CF62248D-7EC2-4735-815A-0C720F0EA160}"/>
              </a:ext>
            </a:extLst>
          </p:cNvPr>
          <p:cNvSpPr/>
          <p:nvPr userDrawn="1"/>
        </p:nvSpPr>
        <p:spPr>
          <a:xfrm>
            <a:off x="951341" y="6663471"/>
            <a:ext cx="846707" cy="261610"/>
          </a:xfrm>
          <a:prstGeom prst="rect">
            <a:avLst/>
          </a:prstGeom>
        </p:spPr>
        <p:txBody>
          <a:bodyPr wrap="none">
            <a:spAutoFit/>
          </a:bodyPr>
          <a:lstStyle/>
          <a:p>
            <a:pPr lvl="0" algn="dist"/>
            <a:r>
              <a:rPr lang="en-US" altLang="zh-CN" sz="1100" b="0" i="1" spc="600" dirty="0">
                <a:solidFill>
                  <a:schemeClr val="bg1"/>
                </a:solidFill>
              </a:rPr>
              <a:t>SJTU</a:t>
            </a:r>
            <a:endParaRPr lang="zh-CN" altLang="en-US" sz="1100" b="0" i="1" spc="600" dirty="0">
              <a:solidFill>
                <a:schemeClr val="bg1"/>
              </a:solidFill>
            </a:endParaRPr>
          </a:p>
        </p:txBody>
      </p:sp>
      <p:sp>
        <p:nvSpPr>
          <p:cNvPr id="3" name="标题 2">
            <a:extLst>
              <a:ext uri="{FF2B5EF4-FFF2-40B4-BE49-F238E27FC236}">
                <a16:creationId xmlns:a16="http://schemas.microsoft.com/office/drawing/2014/main" id="{99017672-E949-C403-6484-5EC6F0225FDD}"/>
              </a:ext>
            </a:extLst>
          </p:cNvPr>
          <p:cNvSpPr>
            <a:spLocks noGrp="1"/>
          </p:cNvSpPr>
          <p:nvPr>
            <p:ph type="title"/>
          </p:nvPr>
        </p:nvSpPr>
        <p:spPr>
          <a:xfrm>
            <a:off x="516961" y="73437"/>
            <a:ext cx="8569889" cy="708131"/>
          </a:xfrm>
          <a:prstGeom prst="rect">
            <a:avLst/>
          </a:prstGeom>
        </p:spPr>
        <p:txBody>
          <a:bodyPr anchor="ctr"/>
          <a:lstStyle>
            <a:lvl1pPr>
              <a:defRPr sz="32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123227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03">
    <p:bg>
      <p:bgPr>
        <a:solidFill>
          <a:srgbClr val="A40000"/>
        </a:solidFill>
        <a:effectLst/>
      </p:bgPr>
    </p:bg>
    <p:spTree>
      <p:nvGrpSpPr>
        <p:cNvPr id="1" name=""/>
        <p:cNvGrpSpPr/>
        <p:nvPr/>
      </p:nvGrpSpPr>
      <p:grpSpPr>
        <a:xfrm>
          <a:off x="0" y="0"/>
          <a:ext cx="0" cy="0"/>
          <a:chOff x="0" y="0"/>
          <a:chExt cx="0" cy="0"/>
        </a:xfrm>
      </p:grpSpPr>
      <p:sp>
        <p:nvSpPr>
          <p:cNvPr id="13" name="不完整圆 12">
            <a:extLst>
              <a:ext uri="{FF2B5EF4-FFF2-40B4-BE49-F238E27FC236}">
                <a16:creationId xmlns:a16="http://schemas.microsoft.com/office/drawing/2014/main" id="{8475BB8E-ABDA-42C1-8534-A439839F4AFE}"/>
              </a:ext>
            </a:extLst>
          </p:cNvPr>
          <p:cNvSpPr/>
          <p:nvPr userDrawn="1"/>
        </p:nvSpPr>
        <p:spPr>
          <a:xfrm rot="16200000">
            <a:off x="3763109" y="-5413917"/>
            <a:ext cx="10279181" cy="10553507"/>
          </a:xfrm>
          <a:prstGeom prst="pie">
            <a:avLst>
              <a:gd name="adj1" fmla="val 5396264"/>
              <a:gd name="adj2" fmla="val 16197194"/>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不完整圆 13">
            <a:extLst>
              <a:ext uri="{FF2B5EF4-FFF2-40B4-BE49-F238E27FC236}">
                <a16:creationId xmlns:a16="http://schemas.microsoft.com/office/drawing/2014/main" id="{B2852103-81FB-4AE2-AE8A-EC0E58FCEA73}"/>
              </a:ext>
            </a:extLst>
          </p:cNvPr>
          <p:cNvSpPr/>
          <p:nvPr userDrawn="1"/>
        </p:nvSpPr>
        <p:spPr>
          <a:xfrm>
            <a:off x="7156546" y="1581246"/>
            <a:ext cx="10553507" cy="10553507"/>
          </a:xfrm>
          <a:prstGeom prst="pie">
            <a:avLst>
              <a:gd name="adj1" fmla="val 10804421"/>
              <a:gd name="adj2" fmla="val 1620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6" name="图片 15">
            <a:extLst>
              <a:ext uri="{FF2B5EF4-FFF2-40B4-BE49-F238E27FC236}">
                <a16:creationId xmlns:a16="http://schemas.microsoft.com/office/drawing/2014/main" id="{36630DFA-0FAF-4302-A188-320C0BF52FCC}"/>
              </a:ext>
            </a:extLst>
          </p:cNvPr>
          <p:cNvPicPr>
            <a:picLocks noChangeAspect="1"/>
          </p:cNvPicPr>
          <p:nvPr userDrawn="1"/>
        </p:nvPicPr>
        <p:blipFill rotWithShape="1">
          <a:blip r:embed="rId2" cstate="print">
            <a:duotone>
              <a:schemeClr val="accent5">
                <a:shade val="45000"/>
                <a:satMod val="135000"/>
              </a:schemeClr>
              <a:prstClr val="white"/>
            </a:duotone>
            <a:extLst>
              <a:ext uri="{BEBA8EAE-BF5A-486C-A8C5-ECC9F3942E4B}">
                <a14:imgProps xmlns:a14="http://schemas.microsoft.com/office/drawing/2010/main">
                  <a14:imgLayer r:embed="rId3">
                    <a14:imgEffect>
                      <a14:saturation sat="0"/>
                    </a14:imgEffect>
                    <a14:imgEffect>
                      <a14:brightnessContrast bright="100000" contrast="20000"/>
                    </a14:imgEffect>
                  </a14:imgLayer>
                </a14:imgProps>
              </a:ext>
              <a:ext uri="{28A0092B-C50C-407E-A947-70E740481C1C}">
                <a14:useLocalDpi xmlns:a14="http://schemas.microsoft.com/office/drawing/2010/main" val="0"/>
              </a:ext>
            </a:extLst>
          </a:blip>
          <a:srcRect l="68781" t="-39299" r="3657"/>
          <a:stretch/>
        </p:blipFill>
        <p:spPr>
          <a:xfrm>
            <a:off x="8348555" y="2256420"/>
            <a:ext cx="2626310" cy="455772"/>
          </a:xfrm>
          <a:prstGeom prst="rect">
            <a:avLst/>
          </a:prstGeom>
        </p:spPr>
      </p:pic>
      <p:sp>
        <p:nvSpPr>
          <p:cNvPr id="20" name="文本占位符 31">
            <a:extLst>
              <a:ext uri="{FF2B5EF4-FFF2-40B4-BE49-F238E27FC236}">
                <a16:creationId xmlns:a16="http://schemas.microsoft.com/office/drawing/2014/main" id="{4EB0A957-E3E4-47EE-9713-82509E17FD51}"/>
              </a:ext>
            </a:extLst>
          </p:cNvPr>
          <p:cNvSpPr>
            <a:spLocks noGrp="1"/>
          </p:cNvSpPr>
          <p:nvPr>
            <p:ph type="body" sz="quarter" idx="11"/>
          </p:nvPr>
        </p:nvSpPr>
        <p:spPr>
          <a:xfrm>
            <a:off x="1293661" y="2078924"/>
            <a:ext cx="9706608" cy="1066800"/>
          </a:xfrm>
          <a:prstGeom prst="rect">
            <a:avLst/>
          </a:prstGeom>
        </p:spPr>
        <p:txBody>
          <a:bodyPr anchor="ctr"/>
          <a:lstStyle>
            <a:lvl1pPr marL="0" indent="0" algn="l">
              <a:lnSpc>
                <a:spcPct val="100000"/>
              </a:lnSpc>
              <a:buNone/>
              <a:defRPr sz="7200" b="1" spc="600">
                <a:solidFill>
                  <a:schemeClr val="bg1"/>
                </a:solidFill>
              </a:defRPr>
            </a:lvl1pPr>
          </a:lstStyle>
          <a:p>
            <a:pPr lvl="0"/>
            <a:endParaRPr lang="zh-CN" altLang="en-US" dirty="0"/>
          </a:p>
        </p:txBody>
      </p:sp>
      <p:cxnSp>
        <p:nvCxnSpPr>
          <p:cNvPr id="3" name="直接连接符 2">
            <a:extLst>
              <a:ext uri="{FF2B5EF4-FFF2-40B4-BE49-F238E27FC236}">
                <a16:creationId xmlns:a16="http://schemas.microsoft.com/office/drawing/2014/main" id="{61286991-ADFA-4EBB-80CB-E056F78F54FB}"/>
              </a:ext>
            </a:extLst>
          </p:cNvPr>
          <p:cNvCxnSpPr>
            <a:cxnSpLocks/>
          </p:cNvCxnSpPr>
          <p:nvPr userDrawn="1"/>
        </p:nvCxnSpPr>
        <p:spPr>
          <a:xfrm>
            <a:off x="1305810" y="3244757"/>
            <a:ext cx="9694459" cy="0"/>
          </a:xfrm>
          <a:prstGeom prst="line">
            <a:avLst/>
          </a:prstGeom>
          <a:ln w="6350">
            <a:solidFill>
              <a:schemeClr val="bg1">
                <a:lumMod val="95000"/>
                <a:alpha val="80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77EC30B7-B8A2-446D-B559-102A9C905F0A}"/>
              </a:ext>
            </a:extLst>
          </p:cNvPr>
          <p:cNvSpPr/>
          <p:nvPr userDrawn="1"/>
        </p:nvSpPr>
        <p:spPr>
          <a:xfrm flipV="1">
            <a:off x="1" y="1283700"/>
            <a:ext cx="406400" cy="3597655"/>
          </a:xfrm>
          <a:custGeom>
            <a:avLst/>
            <a:gdLst>
              <a:gd name="connsiteX0" fmla="*/ 0 w 589045"/>
              <a:gd name="connsiteY0" fmla="*/ 0 h 4267197"/>
              <a:gd name="connsiteX1" fmla="*/ 589045 w 589045"/>
              <a:gd name="connsiteY1" fmla="*/ 0 h 4267197"/>
              <a:gd name="connsiteX2" fmla="*/ 589045 w 589045"/>
              <a:gd name="connsiteY2" fmla="*/ 4267197 h 4267197"/>
              <a:gd name="connsiteX3" fmla="*/ 0 w 589045"/>
              <a:gd name="connsiteY3" fmla="*/ 4267197 h 4267197"/>
              <a:gd name="connsiteX4" fmla="*/ 0 w 589045"/>
              <a:gd name="connsiteY4" fmla="*/ 0 h 4267197"/>
              <a:gd name="connsiteX0" fmla="*/ 0 w 589045"/>
              <a:gd name="connsiteY0" fmla="*/ 0 h 4267197"/>
              <a:gd name="connsiteX1" fmla="*/ 589045 w 589045"/>
              <a:gd name="connsiteY1" fmla="*/ 0 h 4267197"/>
              <a:gd name="connsiteX2" fmla="*/ 589045 w 589045"/>
              <a:gd name="connsiteY2" fmla="*/ 3886197 h 4267197"/>
              <a:gd name="connsiteX3" fmla="*/ 0 w 589045"/>
              <a:gd name="connsiteY3" fmla="*/ 4267197 h 4267197"/>
              <a:gd name="connsiteX4" fmla="*/ 0 w 589045"/>
              <a:gd name="connsiteY4" fmla="*/ 0 h 4267197"/>
              <a:gd name="connsiteX0" fmla="*/ 0 w 589045"/>
              <a:gd name="connsiteY0" fmla="*/ 0 h 4267197"/>
              <a:gd name="connsiteX1" fmla="*/ 589045 w 589045"/>
              <a:gd name="connsiteY1" fmla="*/ 431800 h 4267197"/>
              <a:gd name="connsiteX2" fmla="*/ 589045 w 589045"/>
              <a:gd name="connsiteY2" fmla="*/ 3886197 h 4267197"/>
              <a:gd name="connsiteX3" fmla="*/ 0 w 589045"/>
              <a:gd name="connsiteY3" fmla="*/ 4267197 h 4267197"/>
              <a:gd name="connsiteX4" fmla="*/ 0 w 589045"/>
              <a:gd name="connsiteY4" fmla="*/ 0 h 4267197"/>
              <a:gd name="connsiteX0" fmla="*/ 0 w 589045"/>
              <a:gd name="connsiteY0" fmla="*/ 0 h 4267197"/>
              <a:gd name="connsiteX1" fmla="*/ 564244 w 589045"/>
              <a:gd name="connsiteY1" fmla="*/ 345173 h 4267197"/>
              <a:gd name="connsiteX2" fmla="*/ 589045 w 589045"/>
              <a:gd name="connsiteY2" fmla="*/ 3886197 h 4267197"/>
              <a:gd name="connsiteX3" fmla="*/ 0 w 589045"/>
              <a:gd name="connsiteY3" fmla="*/ 4267197 h 4267197"/>
              <a:gd name="connsiteX4" fmla="*/ 0 w 589045"/>
              <a:gd name="connsiteY4" fmla="*/ 0 h 4267197"/>
              <a:gd name="connsiteX0" fmla="*/ 0 w 589045"/>
              <a:gd name="connsiteY0" fmla="*/ 0 h 4267197"/>
              <a:gd name="connsiteX1" fmla="*/ 573448 w 589045"/>
              <a:gd name="connsiteY1" fmla="*/ 341407 h 4267197"/>
              <a:gd name="connsiteX2" fmla="*/ 589045 w 589045"/>
              <a:gd name="connsiteY2" fmla="*/ 3886197 h 4267197"/>
              <a:gd name="connsiteX3" fmla="*/ 0 w 589045"/>
              <a:gd name="connsiteY3" fmla="*/ 4267197 h 4267197"/>
              <a:gd name="connsiteX4" fmla="*/ 0 w 589045"/>
              <a:gd name="connsiteY4" fmla="*/ 0 h 4267197"/>
              <a:gd name="connsiteX0" fmla="*/ 0 w 589045"/>
              <a:gd name="connsiteY0" fmla="*/ 0 h 4267197"/>
              <a:gd name="connsiteX1" fmla="*/ 564244 w 589045"/>
              <a:gd name="connsiteY1" fmla="*/ 337641 h 4267197"/>
              <a:gd name="connsiteX2" fmla="*/ 589045 w 589045"/>
              <a:gd name="connsiteY2" fmla="*/ 3886197 h 4267197"/>
              <a:gd name="connsiteX3" fmla="*/ 0 w 589045"/>
              <a:gd name="connsiteY3" fmla="*/ 4267197 h 4267197"/>
              <a:gd name="connsiteX4" fmla="*/ 0 w 589045"/>
              <a:gd name="connsiteY4" fmla="*/ 0 h 4267197"/>
              <a:gd name="connsiteX0" fmla="*/ 0 w 589045"/>
              <a:gd name="connsiteY0" fmla="*/ 0 h 4267197"/>
              <a:gd name="connsiteX1" fmla="*/ 564244 w 589045"/>
              <a:gd name="connsiteY1" fmla="*/ 322578 h 4267197"/>
              <a:gd name="connsiteX2" fmla="*/ 589045 w 589045"/>
              <a:gd name="connsiteY2" fmla="*/ 3886197 h 4267197"/>
              <a:gd name="connsiteX3" fmla="*/ 0 w 589045"/>
              <a:gd name="connsiteY3" fmla="*/ 4267197 h 4267197"/>
              <a:gd name="connsiteX4" fmla="*/ 0 w 589045"/>
              <a:gd name="connsiteY4" fmla="*/ 0 h 4267197"/>
              <a:gd name="connsiteX0" fmla="*/ 0 w 589045"/>
              <a:gd name="connsiteY0" fmla="*/ 0 h 4267197"/>
              <a:gd name="connsiteX1" fmla="*/ 587254 w 589045"/>
              <a:gd name="connsiteY1" fmla="*/ 345173 h 4267197"/>
              <a:gd name="connsiteX2" fmla="*/ 589045 w 589045"/>
              <a:gd name="connsiteY2" fmla="*/ 3886197 h 4267197"/>
              <a:gd name="connsiteX3" fmla="*/ 0 w 589045"/>
              <a:gd name="connsiteY3" fmla="*/ 4267197 h 4267197"/>
              <a:gd name="connsiteX4" fmla="*/ 0 w 589045"/>
              <a:gd name="connsiteY4" fmla="*/ 0 h 4267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045" h="4267197">
                <a:moveTo>
                  <a:pt x="0" y="0"/>
                </a:moveTo>
                <a:lnTo>
                  <a:pt x="587254" y="345173"/>
                </a:lnTo>
                <a:lnTo>
                  <a:pt x="589045" y="3886197"/>
                </a:lnTo>
                <a:lnTo>
                  <a:pt x="0" y="4267197"/>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a:extLst>
              <a:ext uri="{FF2B5EF4-FFF2-40B4-BE49-F238E27FC236}">
                <a16:creationId xmlns:a16="http://schemas.microsoft.com/office/drawing/2014/main" id="{F4FF9E05-41EB-4402-86A6-F253D4C25C9E}"/>
              </a:ext>
            </a:extLst>
          </p:cNvPr>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l="2346" r="2563"/>
          <a:stretch/>
        </p:blipFill>
        <p:spPr>
          <a:xfrm>
            <a:off x="1293661" y="3384643"/>
            <a:ext cx="2047756" cy="707941"/>
          </a:xfrm>
          <a:prstGeom prst="rect">
            <a:avLst/>
          </a:prstGeom>
        </p:spPr>
      </p:pic>
      <p:pic>
        <p:nvPicPr>
          <p:cNvPr id="12" name="图片 11">
            <a:extLst>
              <a:ext uri="{FF2B5EF4-FFF2-40B4-BE49-F238E27FC236}">
                <a16:creationId xmlns:a16="http://schemas.microsoft.com/office/drawing/2014/main" id="{8A7F5046-610D-43AA-BEA7-4A1920674882}"/>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201082" y="2761661"/>
            <a:ext cx="2895851" cy="256054"/>
          </a:xfrm>
          <a:prstGeom prst="rect">
            <a:avLst/>
          </a:prstGeom>
        </p:spPr>
      </p:pic>
    </p:spTree>
    <p:extLst>
      <p:ext uri="{BB962C8B-B14F-4D97-AF65-F5344CB8AC3E}">
        <p14:creationId xmlns:p14="http://schemas.microsoft.com/office/powerpoint/2010/main" val="2602446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B59E99E5-3D04-48C8-8C25-11D9E0A634CD}"/>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Tree>
    <p:extLst>
      <p:ext uri="{BB962C8B-B14F-4D97-AF65-F5344CB8AC3E}">
        <p14:creationId xmlns:p14="http://schemas.microsoft.com/office/powerpoint/2010/main" val="37749089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318BC676-CF07-4C45-AB55-1BDA4B27CD4D}"/>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Tree>
    <p:extLst>
      <p:ext uri="{BB962C8B-B14F-4D97-AF65-F5344CB8AC3E}">
        <p14:creationId xmlns:p14="http://schemas.microsoft.com/office/powerpoint/2010/main" val="2068584755"/>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82" r:id="rId3"/>
    <p:sldLayoutId id="2147483651" r:id="rId4"/>
    <p:sldLayoutId id="2147483686" r:id="rId5"/>
    <p:sldLayoutId id="2147483652"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2" userDrawn="1">
          <p15:clr>
            <a:srgbClr val="F26B43"/>
          </p15:clr>
        </p15:guide>
        <p15:guide id="2" pos="7488" userDrawn="1">
          <p15:clr>
            <a:srgbClr val="F26B43"/>
          </p15:clr>
        </p15:guide>
        <p15:guide id="3" orient="horz" pos="432" userDrawn="1">
          <p15:clr>
            <a:srgbClr val="F26B43"/>
          </p15:clr>
        </p15:guide>
        <p15:guide id="4" orient="horz" pos="472" userDrawn="1">
          <p15:clr>
            <a:srgbClr val="F26B43"/>
          </p15:clr>
        </p15:guide>
        <p15:guide id="5" orient="horz" pos="410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2BE71855-1849-4FC4-A9D5-7DDD1C68CED9}"/>
              </a:ext>
            </a:extLst>
          </p:cNvPr>
          <p:cNvSpPr>
            <a:spLocks noGrp="1"/>
          </p:cNvSpPr>
          <p:nvPr>
            <p:ph type="title"/>
          </p:nvPr>
        </p:nvSpPr>
        <p:spPr>
          <a:xfrm>
            <a:off x="1069561" y="1893861"/>
            <a:ext cx="10052879" cy="943471"/>
          </a:xfrm>
        </p:spPr>
        <p:txBody>
          <a:bodyPr/>
          <a:lstStyle/>
          <a:p>
            <a:r>
              <a:rPr lang="zh-CN" altLang="en-US" dirty="0"/>
              <a:t>上海交通大学通用</a:t>
            </a:r>
            <a:r>
              <a:rPr lang="en-US" altLang="zh-CN" dirty="0"/>
              <a:t>PPT</a:t>
            </a:r>
            <a:r>
              <a:rPr lang="zh-CN" altLang="en-US" dirty="0"/>
              <a:t>模板</a:t>
            </a:r>
          </a:p>
        </p:txBody>
      </p:sp>
      <p:sp>
        <p:nvSpPr>
          <p:cNvPr id="10" name="文本占位符 9">
            <a:extLst>
              <a:ext uri="{FF2B5EF4-FFF2-40B4-BE49-F238E27FC236}">
                <a16:creationId xmlns:a16="http://schemas.microsoft.com/office/drawing/2014/main" id="{F57F84D3-725F-446C-9BB7-DC74C097201D}"/>
              </a:ext>
            </a:extLst>
          </p:cNvPr>
          <p:cNvSpPr>
            <a:spLocks noGrp="1"/>
          </p:cNvSpPr>
          <p:nvPr>
            <p:ph type="body" sz="quarter" idx="11"/>
          </p:nvPr>
        </p:nvSpPr>
        <p:spPr>
          <a:xfrm>
            <a:off x="1069561" y="3281914"/>
            <a:ext cx="10052879" cy="598488"/>
          </a:xfrm>
        </p:spPr>
        <p:txBody>
          <a:bodyPr/>
          <a:lstStyle/>
          <a:p>
            <a:r>
              <a:rPr lang="zh-CN" altLang="en-US" dirty="0"/>
              <a:t>汇报人姓名</a:t>
            </a:r>
          </a:p>
        </p:txBody>
      </p:sp>
      <p:sp>
        <p:nvSpPr>
          <p:cNvPr id="3" name="内容占位符 2">
            <a:extLst>
              <a:ext uri="{FF2B5EF4-FFF2-40B4-BE49-F238E27FC236}">
                <a16:creationId xmlns:a16="http://schemas.microsoft.com/office/drawing/2014/main" id="{20903F1C-568E-4080-8C79-B487B35A71F9}"/>
              </a:ext>
            </a:extLst>
          </p:cNvPr>
          <p:cNvSpPr>
            <a:spLocks noGrp="1"/>
          </p:cNvSpPr>
          <p:nvPr>
            <p:ph type="body" sz="quarter" idx="12"/>
          </p:nvPr>
        </p:nvSpPr>
        <p:spPr/>
        <p:txBody>
          <a:bodyPr/>
          <a:lstStyle/>
          <a:p>
            <a:fld id="{045CE301-1C36-4793-AA14-14B8D1577BED}" type="datetime2">
              <a:rPr lang="zh-CN" altLang="en-US" smtClean="0"/>
              <a:pPr/>
              <a:t>2026年7月7日</a:t>
            </a:fld>
            <a:endParaRPr lang="zh-CN" altLang="en-US" dirty="0"/>
          </a:p>
        </p:txBody>
      </p:sp>
      <p:grpSp>
        <p:nvGrpSpPr>
          <p:cNvPr id="12" name="组合 11">
            <a:extLst>
              <a:ext uri="{FF2B5EF4-FFF2-40B4-BE49-F238E27FC236}">
                <a16:creationId xmlns:a16="http://schemas.microsoft.com/office/drawing/2014/main" id="{C8656D60-A0B6-4FD7-B6A1-5275EC0D4C25}"/>
              </a:ext>
            </a:extLst>
          </p:cNvPr>
          <p:cNvGrpSpPr/>
          <p:nvPr/>
        </p:nvGrpSpPr>
        <p:grpSpPr>
          <a:xfrm>
            <a:off x="1087766" y="2851014"/>
            <a:ext cx="10016469" cy="123242"/>
            <a:chOff x="1087766" y="2851014"/>
            <a:chExt cx="10016469" cy="123242"/>
          </a:xfrm>
        </p:grpSpPr>
        <p:cxnSp>
          <p:nvCxnSpPr>
            <p:cNvPr id="5" name="直接连接符 4">
              <a:extLst>
                <a:ext uri="{FF2B5EF4-FFF2-40B4-BE49-F238E27FC236}">
                  <a16:creationId xmlns:a16="http://schemas.microsoft.com/office/drawing/2014/main" id="{56B9D78B-6742-4E6C-95C1-D1CDA149193E}"/>
                </a:ext>
              </a:extLst>
            </p:cNvPr>
            <p:cNvCxnSpPr/>
            <p:nvPr/>
          </p:nvCxnSpPr>
          <p:spPr>
            <a:xfrm>
              <a:off x="1087766" y="2851014"/>
              <a:ext cx="10016469" cy="0"/>
            </a:xfrm>
            <a:prstGeom prst="line">
              <a:avLst/>
            </a:prstGeom>
            <a:ln>
              <a:solidFill>
                <a:schemeClr val="accent4">
                  <a:lumMod val="40000"/>
                  <a:lumOff val="60000"/>
                  <a:alpha val="60000"/>
                </a:schemeClr>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25D8DFDC-CBE8-4E76-824B-3B438574D631}"/>
                </a:ext>
              </a:extLst>
            </p:cNvPr>
            <p:cNvSpPr/>
            <p:nvPr/>
          </p:nvSpPr>
          <p:spPr>
            <a:xfrm>
              <a:off x="1090147" y="2869518"/>
              <a:ext cx="10011707" cy="104738"/>
            </a:xfrm>
            <a:prstGeom prst="rect">
              <a:avLst/>
            </a:prstGeom>
            <a:solidFill>
              <a:schemeClr val="bg1">
                <a:lumMod val="8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87648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xmlns:a16="http://schemas.microsoft.com/office/drawing/2014/main" xmlns:p14="http://schemas.microsoft.com/office/powerpoint/2010/main">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A7DD4836-010D-456E-BBA3-89944340FA4A}"/>
              </a:ext>
            </a:extLst>
          </p:cNvPr>
          <p:cNvSpPr/>
          <p:nvPr/>
        </p:nvSpPr>
        <p:spPr>
          <a:xfrm>
            <a:off x="4854258" y="1180599"/>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accent2">
                    <a:lumMod val="50000"/>
                  </a:schemeClr>
                </a:solidFill>
              </a:rPr>
              <a:t>标题</a:t>
            </a:r>
            <a:r>
              <a:rPr lang="en-US" altLang="zh-CN" sz="3200" b="1" dirty="0">
                <a:solidFill>
                  <a:schemeClr val="accent2">
                    <a:lumMod val="50000"/>
                  </a:schemeClr>
                </a:solidFill>
              </a:rPr>
              <a:t>1</a:t>
            </a:r>
            <a:endParaRPr lang="zh-CN" altLang="en-US" sz="3200" b="1" dirty="0">
              <a:solidFill>
                <a:schemeClr val="accent2">
                  <a:lumMod val="50000"/>
                </a:schemeClr>
              </a:solidFill>
            </a:endParaRPr>
          </a:p>
        </p:txBody>
      </p:sp>
      <p:grpSp>
        <p:nvGrpSpPr>
          <p:cNvPr id="75" name="组合 74">
            <a:extLst>
              <a:ext uri="{FF2B5EF4-FFF2-40B4-BE49-F238E27FC236}">
                <a16:creationId xmlns:a16="http://schemas.microsoft.com/office/drawing/2014/main" id="{9A01E40F-4D27-46E0-B3C8-ACC612FF8694}"/>
              </a:ext>
            </a:extLst>
          </p:cNvPr>
          <p:cNvGrpSpPr/>
          <p:nvPr/>
        </p:nvGrpSpPr>
        <p:grpSpPr>
          <a:xfrm>
            <a:off x="3815032" y="1180599"/>
            <a:ext cx="804325" cy="804325"/>
            <a:chOff x="5412150" y="1180600"/>
            <a:chExt cx="720000" cy="720000"/>
          </a:xfrm>
        </p:grpSpPr>
        <p:sp>
          <p:nvSpPr>
            <p:cNvPr id="61" name="矩形 60">
              <a:extLst>
                <a:ext uri="{FF2B5EF4-FFF2-40B4-BE49-F238E27FC236}">
                  <a16:creationId xmlns:a16="http://schemas.microsoft.com/office/drawing/2014/main" id="{9F1E9CFB-5705-4342-969C-1BBB6EB698F5}"/>
                </a:ext>
              </a:extLst>
            </p:cNvPr>
            <p:cNvSpPr/>
            <p:nvPr/>
          </p:nvSpPr>
          <p:spPr>
            <a:xfrm>
              <a:off x="5412150" y="118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1</a:t>
              </a:r>
              <a:endParaRPr lang="zh-CN" altLang="en-US" sz="3200" b="1" dirty="0"/>
            </a:p>
          </p:txBody>
        </p:sp>
        <p:sp>
          <p:nvSpPr>
            <p:cNvPr id="64" name="矩形 63">
              <a:extLst>
                <a:ext uri="{FF2B5EF4-FFF2-40B4-BE49-F238E27FC236}">
                  <a16:creationId xmlns:a16="http://schemas.microsoft.com/office/drawing/2014/main" id="{21E43874-40A0-4EC5-9CA2-95CEB3981475}"/>
                </a:ext>
              </a:extLst>
            </p:cNvPr>
            <p:cNvSpPr/>
            <p:nvPr/>
          </p:nvSpPr>
          <p:spPr>
            <a:xfrm>
              <a:off x="5412150" y="181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a:extLst>
              <a:ext uri="{FF2B5EF4-FFF2-40B4-BE49-F238E27FC236}">
                <a16:creationId xmlns:a16="http://schemas.microsoft.com/office/drawing/2014/main" id="{4DFF296D-4CA6-4FC2-8D7B-1BAFF1CF78B8}"/>
              </a:ext>
            </a:extLst>
          </p:cNvPr>
          <p:cNvGrpSpPr/>
          <p:nvPr/>
        </p:nvGrpSpPr>
        <p:grpSpPr>
          <a:xfrm>
            <a:off x="3815032" y="2387086"/>
            <a:ext cx="804325" cy="804325"/>
            <a:chOff x="5412150" y="2260600"/>
            <a:chExt cx="720000" cy="720000"/>
          </a:xfrm>
        </p:grpSpPr>
        <p:sp>
          <p:nvSpPr>
            <p:cNvPr id="58" name="矩形 57">
              <a:extLst>
                <a:ext uri="{FF2B5EF4-FFF2-40B4-BE49-F238E27FC236}">
                  <a16:creationId xmlns:a16="http://schemas.microsoft.com/office/drawing/2014/main" id="{AB4503D4-DDDF-487D-9490-1ED837433D97}"/>
                </a:ext>
              </a:extLst>
            </p:cNvPr>
            <p:cNvSpPr/>
            <p:nvPr/>
          </p:nvSpPr>
          <p:spPr>
            <a:xfrm>
              <a:off x="5412150" y="226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2</a:t>
              </a:r>
              <a:endParaRPr lang="zh-CN" altLang="en-US" sz="3200" b="1" dirty="0"/>
            </a:p>
          </p:txBody>
        </p:sp>
        <p:sp>
          <p:nvSpPr>
            <p:cNvPr id="67" name="矩形 66">
              <a:extLst>
                <a:ext uri="{FF2B5EF4-FFF2-40B4-BE49-F238E27FC236}">
                  <a16:creationId xmlns:a16="http://schemas.microsoft.com/office/drawing/2014/main" id="{7BCC96CB-D24E-491C-9D07-0DA9EADF43B3}"/>
                </a:ext>
              </a:extLst>
            </p:cNvPr>
            <p:cNvSpPr/>
            <p:nvPr/>
          </p:nvSpPr>
          <p:spPr>
            <a:xfrm>
              <a:off x="5412150" y="289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3" name="组合 72">
            <a:extLst>
              <a:ext uri="{FF2B5EF4-FFF2-40B4-BE49-F238E27FC236}">
                <a16:creationId xmlns:a16="http://schemas.microsoft.com/office/drawing/2014/main" id="{25BB4173-241B-4451-B976-8D9E36EF561C}"/>
              </a:ext>
            </a:extLst>
          </p:cNvPr>
          <p:cNvGrpSpPr/>
          <p:nvPr/>
        </p:nvGrpSpPr>
        <p:grpSpPr>
          <a:xfrm>
            <a:off x="3815032" y="3593574"/>
            <a:ext cx="804325" cy="804325"/>
            <a:chOff x="5412150" y="3340600"/>
            <a:chExt cx="720000" cy="720000"/>
          </a:xfrm>
        </p:grpSpPr>
        <p:sp>
          <p:nvSpPr>
            <p:cNvPr id="60" name="矩形 59">
              <a:extLst>
                <a:ext uri="{FF2B5EF4-FFF2-40B4-BE49-F238E27FC236}">
                  <a16:creationId xmlns:a16="http://schemas.microsoft.com/office/drawing/2014/main" id="{28C5D102-8236-4014-AD75-3828CE0C6A76}"/>
                </a:ext>
              </a:extLst>
            </p:cNvPr>
            <p:cNvSpPr/>
            <p:nvPr/>
          </p:nvSpPr>
          <p:spPr>
            <a:xfrm>
              <a:off x="5412150" y="334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3</a:t>
              </a:r>
              <a:endParaRPr lang="zh-CN" altLang="en-US" sz="3200" b="1" dirty="0"/>
            </a:p>
          </p:txBody>
        </p:sp>
        <p:sp>
          <p:nvSpPr>
            <p:cNvPr id="68" name="矩形 67">
              <a:extLst>
                <a:ext uri="{FF2B5EF4-FFF2-40B4-BE49-F238E27FC236}">
                  <a16:creationId xmlns:a16="http://schemas.microsoft.com/office/drawing/2014/main" id="{2C9C839E-D7E7-40AA-A9F0-25F8AF260049}"/>
                </a:ext>
              </a:extLst>
            </p:cNvPr>
            <p:cNvSpPr/>
            <p:nvPr/>
          </p:nvSpPr>
          <p:spPr>
            <a:xfrm>
              <a:off x="5412150" y="397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a:extLst>
              <a:ext uri="{FF2B5EF4-FFF2-40B4-BE49-F238E27FC236}">
                <a16:creationId xmlns:a16="http://schemas.microsoft.com/office/drawing/2014/main" id="{20569484-D97A-4612-A3C8-19F561CD404C}"/>
              </a:ext>
            </a:extLst>
          </p:cNvPr>
          <p:cNvGrpSpPr/>
          <p:nvPr/>
        </p:nvGrpSpPr>
        <p:grpSpPr>
          <a:xfrm>
            <a:off x="3815032" y="4800061"/>
            <a:ext cx="804325" cy="804325"/>
            <a:chOff x="5412150" y="4420600"/>
            <a:chExt cx="720000" cy="720000"/>
          </a:xfrm>
        </p:grpSpPr>
        <p:sp>
          <p:nvSpPr>
            <p:cNvPr id="62" name="矩形 61">
              <a:extLst>
                <a:ext uri="{FF2B5EF4-FFF2-40B4-BE49-F238E27FC236}">
                  <a16:creationId xmlns:a16="http://schemas.microsoft.com/office/drawing/2014/main" id="{7FBD8A29-E5D4-4173-8567-41E45DDE9E1C}"/>
                </a:ext>
              </a:extLst>
            </p:cNvPr>
            <p:cNvSpPr/>
            <p:nvPr/>
          </p:nvSpPr>
          <p:spPr>
            <a:xfrm>
              <a:off x="5412150" y="4420600"/>
              <a:ext cx="720000" cy="720000"/>
            </a:xfrm>
            <a:prstGeom prst="rect">
              <a:avLst/>
            </a:prstGeom>
            <a:solidFill>
              <a:schemeClr val="accent2">
                <a:lumMod val="75000"/>
                <a:alpha val="7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4</a:t>
              </a:r>
              <a:endParaRPr lang="zh-CN" altLang="en-US" sz="3200" b="1" dirty="0"/>
            </a:p>
          </p:txBody>
        </p:sp>
        <p:sp>
          <p:nvSpPr>
            <p:cNvPr id="69" name="矩形 68">
              <a:extLst>
                <a:ext uri="{FF2B5EF4-FFF2-40B4-BE49-F238E27FC236}">
                  <a16:creationId xmlns:a16="http://schemas.microsoft.com/office/drawing/2014/main" id="{CC878C90-5C97-4319-A4A9-973F44F684F1}"/>
                </a:ext>
              </a:extLst>
            </p:cNvPr>
            <p:cNvSpPr/>
            <p:nvPr/>
          </p:nvSpPr>
          <p:spPr>
            <a:xfrm>
              <a:off x="5412150" y="5050600"/>
              <a:ext cx="720000" cy="90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矩形 69">
            <a:extLst>
              <a:ext uri="{FF2B5EF4-FFF2-40B4-BE49-F238E27FC236}">
                <a16:creationId xmlns:a16="http://schemas.microsoft.com/office/drawing/2014/main" id="{6043BFAA-FB50-4303-9785-5DF074A22CF4}"/>
              </a:ext>
            </a:extLst>
          </p:cNvPr>
          <p:cNvSpPr/>
          <p:nvPr/>
        </p:nvSpPr>
        <p:spPr>
          <a:xfrm>
            <a:off x="4854258" y="2387086"/>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accent2">
                    <a:lumMod val="50000"/>
                  </a:schemeClr>
                </a:solidFill>
              </a:rPr>
              <a:t>标题</a:t>
            </a:r>
            <a:r>
              <a:rPr lang="en-US" altLang="zh-CN" sz="3200" b="1" dirty="0">
                <a:solidFill>
                  <a:schemeClr val="accent2">
                    <a:lumMod val="50000"/>
                  </a:schemeClr>
                </a:solidFill>
              </a:rPr>
              <a:t>2</a:t>
            </a:r>
            <a:endParaRPr lang="zh-CN" altLang="en-US" sz="3200" b="1" dirty="0">
              <a:solidFill>
                <a:schemeClr val="accent2">
                  <a:lumMod val="50000"/>
                </a:schemeClr>
              </a:solidFill>
            </a:endParaRPr>
          </a:p>
        </p:txBody>
      </p:sp>
      <p:sp>
        <p:nvSpPr>
          <p:cNvPr id="71" name="矩形 70">
            <a:extLst>
              <a:ext uri="{FF2B5EF4-FFF2-40B4-BE49-F238E27FC236}">
                <a16:creationId xmlns:a16="http://schemas.microsoft.com/office/drawing/2014/main" id="{27B11E5F-E40B-47E0-8FBA-8F6C0035B72A}"/>
              </a:ext>
            </a:extLst>
          </p:cNvPr>
          <p:cNvSpPr/>
          <p:nvPr/>
        </p:nvSpPr>
        <p:spPr>
          <a:xfrm>
            <a:off x="4854258" y="3593574"/>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accent2">
                    <a:lumMod val="50000"/>
                  </a:schemeClr>
                </a:solidFill>
              </a:rPr>
              <a:t>标题</a:t>
            </a:r>
            <a:r>
              <a:rPr lang="en-US" altLang="zh-CN" sz="3200" b="1" dirty="0">
                <a:solidFill>
                  <a:schemeClr val="accent2">
                    <a:lumMod val="50000"/>
                  </a:schemeClr>
                </a:solidFill>
              </a:rPr>
              <a:t>3</a:t>
            </a:r>
            <a:endParaRPr lang="zh-CN" altLang="en-US" sz="3200" b="1" dirty="0">
              <a:solidFill>
                <a:schemeClr val="accent2">
                  <a:lumMod val="50000"/>
                </a:schemeClr>
              </a:solidFill>
            </a:endParaRPr>
          </a:p>
        </p:txBody>
      </p:sp>
      <p:sp>
        <p:nvSpPr>
          <p:cNvPr id="72" name="矩形 71">
            <a:extLst>
              <a:ext uri="{FF2B5EF4-FFF2-40B4-BE49-F238E27FC236}">
                <a16:creationId xmlns:a16="http://schemas.microsoft.com/office/drawing/2014/main" id="{48027BF7-8527-4C35-8DDA-D8F9150CE05E}"/>
              </a:ext>
            </a:extLst>
          </p:cNvPr>
          <p:cNvSpPr/>
          <p:nvPr/>
        </p:nvSpPr>
        <p:spPr>
          <a:xfrm>
            <a:off x="4854258" y="4800061"/>
            <a:ext cx="6708477" cy="804325"/>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accent2">
                    <a:lumMod val="50000"/>
                  </a:schemeClr>
                </a:solidFill>
              </a:rPr>
              <a:t>标题</a:t>
            </a:r>
            <a:r>
              <a:rPr lang="en-US" altLang="zh-CN" sz="3200" b="1" dirty="0">
                <a:solidFill>
                  <a:schemeClr val="accent2">
                    <a:lumMod val="50000"/>
                  </a:schemeClr>
                </a:solidFill>
              </a:rPr>
              <a:t>4</a:t>
            </a:r>
            <a:endParaRPr lang="zh-CN" altLang="en-US" sz="3200" b="1" dirty="0">
              <a:solidFill>
                <a:schemeClr val="accent2">
                  <a:lumMod val="50000"/>
                </a:schemeClr>
              </a:solidFill>
            </a:endParaRPr>
          </a:p>
        </p:txBody>
      </p:sp>
      <p:sp>
        <p:nvSpPr>
          <p:cNvPr id="3" name="灯片编号占位符 2">
            <a:extLst>
              <a:ext uri="{FF2B5EF4-FFF2-40B4-BE49-F238E27FC236}">
                <a16:creationId xmlns:a16="http://schemas.microsoft.com/office/drawing/2014/main" id="{F015682F-34A4-424B-BA39-09C87DA53A9A}"/>
              </a:ext>
            </a:extLst>
          </p:cNvPr>
          <p:cNvSpPr>
            <a:spLocks noGrp="1"/>
          </p:cNvSpPr>
          <p:nvPr>
            <p:ph type="sldNum" sz="quarter" idx="4"/>
          </p:nvPr>
        </p:nvSpPr>
        <p:spPr/>
        <p:txBody>
          <a:bodyPr/>
          <a:lstStyle/>
          <a:p>
            <a:fld id="{548644C6-89F0-466C-949F-E70AD72679A8}" type="slidenum">
              <a:rPr lang="zh-CN" altLang="en-US" smtClean="0"/>
              <a:pPr/>
              <a:t>2</a:t>
            </a:fld>
            <a:endParaRPr lang="zh-CN" altLang="en-US"/>
          </a:p>
        </p:txBody>
      </p:sp>
    </p:spTree>
    <p:extLst>
      <p:ext uri="{BB962C8B-B14F-4D97-AF65-F5344CB8AC3E}">
        <p14:creationId xmlns:p14="http://schemas.microsoft.com/office/powerpoint/2010/main" val="1317321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xmlns:a16="http://schemas.microsoft.com/office/drawing/2014/main" xmlns:p14="http://schemas.microsoft.com/office/powerpoint/2010/main">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71204DD-7793-44FC-A828-C9F2B4D60A3B}"/>
              </a:ext>
            </a:extLst>
          </p:cNvPr>
          <p:cNvSpPr>
            <a:spLocks noGrp="1"/>
          </p:cNvSpPr>
          <p:nvPr>
            <p:ph type="title"/>
          </p:nvPr>
        </p:nvSpPr>
        <p:spPr/>
        <p:txBody>
          <a:bodyPr/>
          <a:lstStyle/>
          <a:p>
            <a:pPr algn="l"/>
            <a:r>
              <a:rPr lang="zh-CN" altLang="en-US" dirty="0"/>
              <a:t>在这里添加您需要的标题文字</a:t>
            </a:r>
          </a:p>
        </p:txBody>
      </p:sp>
      <p:sp>
        <p:nvSpPr>
          <p:cNvPr id="5" name="文本占位符 4">
            <a:extLst>
              <a:ext uri="{FF2B5EF4-FFF2-40B4-BE49-F238E27FC236}">
                <a16:creationId xmlns:a16="http://schemas.microsoft.com/office/drawing/2014/main" id="{C3F5EE4E-D8E6-4A42-90C9-20D6EF6D4859}"/>
              </a:ext>
            </a:extLst>
          </p:cNvPr>
          <p:cNvSpPr>
            <a:spLocks noGrp="1"/>
          </p:cNvSpPr>
          <p:nvPr>
            <p:ph type="body" sz="quarter" idx="11"/>
          </p:nvPr>
        </p:nvSpPr>
        <p:spPr/>
        <p:txBody>
          <a:bodyPr/>
          <a:lstStyle/>
          <a:p>
            <a:r>
              <a:rPr lang="zh-CN" altLang="en-US" dirty="0"/>
              <a:t>请在此输入文字说明</a:t>
            </a:r>
          </a:p>
        </p:txBody>
      </p:sp>
      <p:sp>
        <p:nvSpPr>
          <p:cNvPr id="4" name="文本框 3">
            <a:extLst>
              <a:ext uri="{FF2B5EF4-FFF2-40B4-BE49-F238E27FC236}">
                <a16:creationId xmlns:a16="http://schemas.microsoft.com/office/drawing/2014/main" id="{C10A22F2-9D4C-42B0-9D6B-BA74218CC141}"/>
              </a:ext>
            </a:extLst>
          </p:cNvPr>
          <p:cNvSpPr txBox="1"/>
          <p:nvPr/>
        </p:nvSpPr>
        <p:spPr>
          <a:xfrm>
            <a:off x="1204685" y="889110"/>
            <a:ext cx="2082517" cy="1569660"/>
          </a:xfrm>
          <a:prstGeom prst="rect">
            <a:avLst/>
          </a:prstGeom>
          <a:noFill/>
        </p:spPr>
        <p:txBody>
          <a:bodyPr wrap="square" rtlCol="0">
            <a:spAutoFit/>
          </a:bodyPr>
          <a:lstStyle/>
          <a:p>
            <a:pPr marL="0" algn="ctr" defTabSz="914400" rtl="0" eaLnBrk="1" latinLnBrk="0" hangingPunct="1"/>
            <a:r>
              <a:rPr lang="en-US" altLang="zh-CN" sz="9600" b="1" u="none" kern="1200" dirty="0">
                <a:solidFill>
                  <a:schemeClr val="bg1"/>
                </a:solidFill>
                <a:effectLst>
                  <a:outerShdw blurRad="38100" dist="38100" dir="2700000" algn="tl">
                    <a:srgbClr val="000000">
                      <a:alpha val="17000"/>
                    </a:srgbClr>
                  </a:outerShdw>
                </a:effectLst>
                <a:latin typeface="+mj-ea"/>
                <a:ea typeface="+mj-ea"/>
                <a:cs typeface="+mn-cs"/>
              </a:rPr>
              <a:t>01</a:t>
            </a:r>
            <a:endParaRPr lang="zh-CN" altLang="en-US" sz="9600" b="1" u="none" kern="1200" dirty="0">
              <a:solidFill>
                <a:schemeClr val="bg1"/>
              </a:solidFill>
              <a:effectLst>
                <a:outerShdw blurRad="38100" dist="38100" dir="2700000" algn="tl">
                  <a:srgbClr val="000000">
                    <a:alpha val="17000"/>
                  </a:srgbClr>
                </a:outerShdw>
              </a:effectLst>
              <a:latin typeface="+mj-ea"/>
              <a:ea typeface="+mj-ea"/>
              <a:cs typeface="+mn-cs"/>
            </a:endParaRPr>
          </a:p>
        </p:txBody>
      </p:sp>
      <p:cxnSp>
        <p:nvCxnSpPr>
          <p:cNvPr id="6" name="直接连接符 5">
            <a:extLst>
              <a:ext uri="{FF2B5EF4-FFF2-40B4-BE49-F238E27FC236}">
                <a16:creationId xmlns:a16="http://schemas.microsoft.com/office/drawing/2014/main" id="{0B3A09FC-EF2C-4069-9213-E3BC3FE49C8E}"/>
              </a:ext>
            </a:extLst>
          </p:cNvPr>
          <p:cNvCxnSpPr>
            <a:cxnSpLocks/>
          </p:cNvCxnSpPr>
          <p:nvPr/>
        </p:nvCxnSpPr>
        <p:spPr>
          <a:xfrm>
            <a:off x="1597572" y="2270606"/>
            <a:ext cx="11666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id="{4230A9A2-2B91-4FB8-8FC3-578987BF6580}"/>
              </a:ext>
            </a:extLst>
          </p:cNvPr>
          <p:cNvSpPr>
            <a:spLocks noGrp="1"/>
          </p:cNvSpPr>
          <p:nvPr>
            <p:ph type="sldNum" sz="quarter" idx="4"/>
          </p:nvPr>
        </p:nvSpPr>
        <p:spPr/>
        <p:txBody>
          <a:bodyPr/>
          <a:lstStyle/>
          <a:p>
            <a:fld id="{548644C6-89F0-466C-949F-E70AD72679A8}" type="slidenum">
              <a:rPr lang="zh-CN" altLang="en-US" smtClean="0"/>
              <a:pPr/>
              <a:t>3</a:t>
            </a:fld>
            <a:endParaRPr lang="zh-CN" altLang="en-US"/>
          </a:p>
        </p:txBody>
      </p:sp>
    </p:spTree>
    <p:extLst>
      <p:ext uri="{BB962C8B-B14F-4D97-AF65-F5344CB8AC3E}">
        <p14:creationId xmlns:p14="http://schemas.microsoft.com/office/powerpoint/2010/main" val="2435779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xmlns:a16="http://schemas.microsoft.com/office/drawing/2014/main" xmlns:p14="http://schemas.microsoft.com/office/powerpoint/2010/main">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7368070-998D-4F70-B17A-4782795731FD}"/>
              </a:ext>
            </a:extLst>
          </p:cNvPr>
          <p:cNvSpPr>
            <a:spLocks noGrp="1"/>
          </p:cNvSpPr>
          <p:nvPr>
            <p:ph type="body" sz="quarter" idx="14"/>
          </p:nvPr>
        </p:nvSpPr>
        <p:spPr>
          <a:xfrm>
            <a:off x="537676" y="1190090"/>
            <a:ext cx="11174254" cy="4765791"/>
          </a:xfrm>
        </p:spPr>
        <p:txBody>
          <a:bodyPr/>
          <a:lstStyle/>
          <a:p>
            <a:r>
              <a:rPr lang="zh-CN" altLang="en-US" dirty="0"/>
              <a:t>在此添加一级目录标题</a:t>
            </a:r>
            <a:endParaRPr lang="en-US" altLang="zh-CN" dirty="0"/>
          </a:p>
          <a:p>
            <a:pPr lvl="1"/>
            <a:r>
              <a:rPr lang="zh-CN" altLang="en-US" dirty="0"/>
              <a:t>这里是二级目录；</a:t>
            </a:r>
            <a:endParaRPr lang="en-US" altLang="zh-CN" dirty="0"/>
          </a:p>
          <a:p>
            <a:pPr lvl="1"/>
            <a:r>
              <a:rPr lang="zh-CN" altLang="en-US" dirty="0"/>
              <a:t>这里是二级目录，这里是二级目录；</a:t>
            </a:r>
            <a:endParaRPr lang="en-US" altLang="zh-CN" dirty="0"/>
          </a:p>
          <a:p>
            <a:pPr lvl="1"/>
            <a:r>
              <a:rPr lang="zh-CN" altLang="en-US" dirty="0"/>
              <a:t>这里是二级目录这里是二级目录这里是二级目录；</a:t>
            </a:r>
            <a:endParaRPr lang="en-US" altLang="zh-CN" dirty="0"/>
          </a:p>
          <a:p>
            <a:pPr lvl="2"/>
            <a:r>
              <a:rPr lang="zh-CN" altLang="en-US" dirty="0"/>
              <a:t>此处可以添加三级目录此处可以添加三级目录；</a:t>
            </a:r>
            <a:endParaRPr lang="en-US" altLang="zh-CN" dirty="0"/>
          </a:p>
          <a:p>
            <a:pPr lvl="2"/>
            <a:r>
              <a:rPr lang="zh-CN" altLang="en-US" dirty="0"/>
              <a:t>此处可以添加三级目录此处可以添加三级目录此处可以添加三级目录；</a:t>
            </a:r>
            <a:endParaRPr lang="en-US" altLang="zh-CN" dirty="0"/>
          </a:p>
          <a:p>
            <a:pPr lvl="2"/>
            <a:r>
              <a:rPr lang="zh-CN" altLang="en-US" dirty="0"/>
              <a:t>此处可以添加三级目录此处可以添加三级目录；</a:t>
            </a:r>
            <a:endParaRPr lang="en-US" altLang="zh-CN" dirty="0"/>
          </a:p>
        </p:txBody>
      </p:sp>
      <p:sp>
        <p:nvSpPr>
          <p:cNvPr id="4" name="灯片编号占位符 3">
            <a:extLst>
              <a:ext uri="{FF2B5EF4-FFF2-40B4-BE49-F238E27FC236}">
                <a16:creationId xmlns:a16="http://schemas.microsoft.com/office/drawing/2014/main" id="{9427E03D-2AC0-4C20-94AA-D53CFEB3D3CC}"/>
              </a:ext>
            </a:extLst>
          </p:cNvPr>
          <p:cNvSpPr>
            <a:spLocks noGrp="1"/>
          </p:cNvSpPr>
          <p:nvPr>
            <p:ph type="sldNum" sz="quarter" idx="4"/>
          </p:nvPr>
        </p:nvSpPr>
        <p:spPr>
          <a:xfrm>
            <a:off x="11078570" y="6423126"/>
            <a:ext cx="1037230" cy="342900"/>
          </a:xfrm>
        </p:spPr>
        <p:txBody>
          <a:bodyPr/>
          <a:lstStyle/>
          <a:p>
            <a:fld id="{548644C6-89F0-466C-949F-E70AD72679A8}" type="slidenum">
              <a:rPr lang="zh-CN" altLang="en-US" smtClean="0"/>
              <a:pPr/>
              <a:t>4</a:t>
            </a:fld>
            <a:endParaRPr lang="zh-CN" altLang="en-US"/>
          </a:p>
        </p:txBody>
      </p:sp>
      <p:sp>
        <p:nvSpPr>
          <p:cNvPr id="10" name="标题 9">
            <a:extLst>
              <a:ext uri="{FF2B5EF4-FFF2-40B4-BE49-F238E27FC236}">
                <a16:creationId xmlns:a16="http://schemas.microsoft.com/office/drawing/2014/main" id="{BDBF106A-8499-6FD3-058D-F9A7C5213CA2}"/>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800182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xmlns:a16="http://schemas.microsoft.com/office/drawing/2014/main" xmlns:p14="http://schemas.microsoft.com/office/powerpoint/2010/main">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a:extLst>
              <a:ext uri="{FF2B5EF4-FFF2-40B4-BE49-F238E27FC236}">
                <a16:creationId xmlns:a16="http://schemas.microsoft.com/office/drawing/2014/main" id="{F9C5D1A1-6034-44EA-B2E2-0F02EF578E95}"/>
              </a:ext>
            </a:extLst>
          </p:cNvPr>
          <p:cNvSpPr>
            <a:spLocks noGrp="1"/>
          </p:cNvSpPr>
          <p:nvPr>
            <p:ph type="body" sz="quarter" idx="11"/>
          </p:nvPr>
        </p:nvSpPr>
        <p:spPr/>
        <p:txBody>
          <a:bodyPr/>
          <a:lstStyle/>
          <a:p>
            <a:pPr algn="l"/>
            <a:r>
              <a:rPr lang="zh-CN" altLang="en-US" spc="600" dirty="0"/>
              <a:t>感谢</a:t>
            </a:r>
            <a:r>
              <a:rPr lang="zh-CN" altLang="en-US" dirty="0"/>
              <a:t>您的</a:t>
            </a:r>
            <a:r>
              <a:rPr lang="zh-CN" altLang="en-US" spc="600" dirty="0"/>
              <a:t>关注！</a:t>
            </a:r>
          </a:p>
        </p:txBody>
      </p:sp>
    </p:spTree>
    <p:extLst>
      <p:ext uri="{BB962C8B-B14F-4D97-AF65-F5344CB8AC3E}">
        <p14:creationId xmlns:p14="http://schemas.microsoft.com/office/powerpoint/2010/main" val="2324113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xmlns:a16="http://schemas.microsoft.com/office/drawing/2014/main" xmlns:p14="http://schemas.microsoft.com/office/powerpoint/2010/main">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窄&quot;,&quot;HeaderHeight&quot;:10.0,&quot;FooterHeight&quot;:5.0,&quot;SideMargin&quot;:2.5,&quot;TopMargin&quot;:0.0,&quot;BottomMargin&quot;:0.0,&quot;IntervalMargin&quot;:1.0,&quot;SettingType&quot;:&quot;System&quot;}"/>
</p:tagLst>
</file>

<file path=ppt/theme/theme1.xml><?xml version="1.0" encoding="utf-8"?>
<a:theme xmlns:a="http://schemas.openxmlformats.org/drawingml/2006/main" name="Office 主题​​">
  <a:themeElements>
    <a:clrScheme name="SJTU-2019">
      <a:dk1>
        <a:srgbClr val="000000"/>
      </a:dk1>
      <a:lt1>
        <a:srgbClr val="FFFFFF"/>
      </a:lt1>
      <a:dk2>
        <a:srgbClr val="1B1C21"/>
      </a:dk2>
      <a:lt2>
        <a:srgbClr val="DBDBDB"/>
      </a:lt2>
      <a:accent1>
        <a:srgbClr val="C8161E"/>
      </a:accent1>
      <a:accent2>
        <a:srgbClr val="44546A"/>
      </a:accent2>
      <a:accent3>
        <a:srgbClr val="1F4D78"/>
      </a:accent3>
      <a:accent4>
        <a:srgbClr val="ED7D31"/>
      </a:accent4>
      <a:accent5>
        <a:srgbClr val="FFC000"/>
      </a:accent5>
      <a:accent6>
        <a:srgbClr val="A5A5A5"/>
      </a:accent6>
      <a:hlink>
        <a:srgbClr val="196E7D"/>
      </a:hlink>
      <a:folHlink>
        <a:srgbClr val="BEBEBE"/>
      </a:folHlink>
    </a:clrScheme>
    <a:fontScheme name="外宣普适">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5775</TotalTime>
  <Words>128</Words>
  <Application>Microsoft Office PowerPoint</Application>
  <PresentationFormat>宽屏</PresentationFormat>
  <Paragraphs>25</Paragraphs>
  <Slides>5</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vt:i4>
      </vt:variant>
    </vt:vector>
  </HeadingPairs>
  <TitlesOfParts>
    <vt:vector size="8" baseType="lpstr">
      <vt:lpstr>等线</vt:lpstr>
      <vt:lpstr>Arial</vt:lpstr>
      <vt:lpstr>Office 主题​​</vt:lpstr>
      <vt:lpstr>上海交通大学通用PPT模板</vt:lpstr>
      <vt:lpstr>PowerPoint 演示文稿</vt:lpstr>
      <vt:lpstr>在这里添加您需要的标题文字</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徐臻</dc:creator>
  <cp:keywords>2021模板</cp:keywords>
  <cp:lastModifiedBy>Yi Li</cp:lastModifiedBy>
  <cp:revision>241</cp:revision>
  <dcterms:created xsi:type="dcterms:W3CDTF">2019-01-23T14:14:04Z</dcterms:created>
  <dcterms:modified xsi:type="dcterms:W3CDTF">2026-07-07T01:42:25Z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2019-04-13T04:31:50.2944312Z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7b149082-93e1-4519-a220-b561cf239821</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