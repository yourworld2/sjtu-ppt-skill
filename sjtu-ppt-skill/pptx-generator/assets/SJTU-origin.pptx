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1" r:id="rId2"/>
    <p:sldId id="262" r:id="rId3"/>
    <p:sldId id="269" r:id="rId4"/>
    <p:sldId id="307" r:id="rId5"/>
    <p:sldId id="275" r:id="rId6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863" userDrawn="1">
          <p15:clr>
            <a:srgbClr val="A4A3A4"/>
          </p15:clr>
        </p15:guide>
        <p15:guide id="5" orient="horz" pos="981" userDrawn="1">
          <p15:clr>
            <a:srgbClr val="A4A3A4"/>
          </p15:clr>
        </p15:guide>
        <p15:guide id="6" orient="horz" pos="1502" userDrawn="1">
          <p15:clr>
            <a:srgbClr val="A4A3A4"/>
          </p15:clr>
        </p15:guide>
        <p15:guide id="7" orient="horz" pos="3113" userDrawn="1">
          <p15:clr>
            <a:srgbClr val="A4A3A4"/>
          </p15:clr>
        </p15:guide>
        <p15:guide id="8" pos="2128" userDrawn="1">
          <p15:clr>
            <a:srgbClr val="A4A3A4"/>
          </p15:clr>
        </p15:guide>
        <p15:guide id="9" pos="4067" userDrawn="1">
          <p15:clr>
            <a:srgbClr val="A4A3A4"/>
          </p15:clr>
        </p15:guide>
        <p15:guide id="10" pos="5972" userDrawn="1">
          <p15:clr>
            <a:srgbClr val="A4A3A4"/>
          </p15:clr>
        </p15:guide>
        <p15:guide id="11" pos="5292" userDrawn="1">
          <p15:clr>
            <a:srgbClr val="A4A3A4"/>
          </p15:clr>
        </p15:guide>
        <p15:guide id="12" pos="22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43" autoAdjust="0"/>
    <p:restoredTop sz="94342" autoAdjust="0"/>
  </p:normalViewPr>
  <p:slideViewPr>
    <p:cSldViewPr snapToGrid="0" showGuides="1">
      <p:cViewPr varScale="1">
        <p:scale>
          <a:sx n="92" d="100"/>
          <a:sy n="92" d="100"/>
        </p:scale>
        <p:origin x="768" y="90"/>
      </p:cViewPr>
      <p:guideLst>
        <p:guide pos="3863"/>
        <p:guide orient="horz" pos="981"/>
        <p:guide orient="horz" pos="1502"/>
        <p:guide orient="horz" pos="3113"/>
        <p:guide pos="2128"/>
        <p:guide pos="4067"/>
        <p:guide pos="5972"/>
        <p:guide pos="5292"/>
        <p:guide pos="22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5" d="100"/>
          <a:sy n="85" d="100"/>
        </p:scale>
        <p:origin x="38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08DB251-D803-4475-8281-4947A89E79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6218A5-2289-4813-A341-6263B16CBA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2A60F-63B3-4D54-AA63-B159FADA9F31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7CE9A9-1C60-4F0A-AA63-4467F58DE8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1EA911-14C2-4254-9079-FD9EC1C139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4E6C1-322F-4AF4-A541-6A7DCE38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418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13A3C-D0C5-45C0-BD52-194E7639670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D5545-95D4-489F-B8ED-7EAFA774B5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24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>
            <a:extLst>
              <a:ext uri="{FF2B5EF4-FFF2-40B4-BE49-F238E27FC236}">
                <a16:creationId xmlns:a16="http://schemas.microsoft.com/office/drawing/2014/main" id="{ECA0A7A8-52A5-4508-9B7C-8E9F070AF3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749300"/>
            <a:ext cx="12203394" cy="319193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pic>
        <p:nvPicPr>
          <p:cNvPr id="8" name="图片 7" descr="图片包含 建筑物&#10;&#10;自动生成的说明">
            <a:extLst>
              <a:ext uri="{FF2B5EF4-FFF2-40B4-BE49-F238E27FC236}">
                <a16:creationId xmlns:a16="http://schemas.microsoft.com/office/drawing/2014/main" id="{DC463E02-403D-4EDF-904F-C4102C9C3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72915E0-7E7B-4E91-A2E6-50DB32FFA4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51177"/>
            <a:ext cx="2169174" cy="713098"/>
          </a:xfrm>
          <a:prstGeom prst="rect">
            <a:avLst/>
          </a:prstGeom>
        </p:spPr>
      </p:pic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3383857"/>
            <a:ext cx="10052879" cy="106085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44345" y="579869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5052868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E9FF532-F6D9-45BD-B501-EEC1CB82C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/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3E0947F5-F302-4DA0-B1F5-30EE10CF1F22}"/>
              </a:ext>
            </a:extLst>
          </p:cNvPr>
          <p:cNvGrpSpPr/>
          <p:nvPr userDrawn="1"/>
        </p:nvGrpSpPr>
        <p:grpSpPr>
          <a:xfrm>
            <a:off x="3352562" y="6252715"/>
            <a:ext cx="5486876" cy="406590"/>
            <a:chOff x="3352562" y="6073254"/>
            <a:chExt cx="5486876" cy="40659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A839E5E-CB67-421E-974F-278CCBCFB8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alphaModFix amt="35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3D809C0-A4EF-44AF-AECA-4A85E4BA2C9D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57ABA8D-3632-4FB6-8561-0367E4880E76}"/>
              </a:ext>
            </a:extLst>
          </p:cNvPr>
          <p:cNvCxnSpPr>
            <a:cxnSpLocks/>
          </p:cNvCxnSpPr>
          <p:nvPr userDrawn="1"/>
        </p:nvCxnSpPr>
        <p:spPr>
          <a:xfrm>
            <a:off x="2328587" y="6496383"/>
            <a:ext cx="900000" cy="0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5F70B8EC-E67C-4355-9367-9F32C483445D}"/>
              </a:ext>
            </a:extLst>
          </p:cNvPr>
          <p:cNvCxnSpPr>
            <a:cxnSpLocks/>
          </p:cNvCxnSpPr>
          <p:nvPr userDrawn="1"/>
        </p:nvCxnSpPr>
        <p:spPr>
          <a:xfrm>
            <a:off x="8983387" y="6496383"/>
            <a:ext cx="900000" cy="0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579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>
            <a:extLst>
              <a:ext uri="{FF2B5EF4-FFF2-40B4-BE49-F238E27FC236}">
                <a16:creationId xmlns:a16="http://schemas.microsoft.com/office/drawing/2014/main" id="{7C66039A-3D15-4D27-8FD3-6ADF01C340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75D47FDF-63E1-442F-8001-E72FBC10D88D}"/>
              </a:ext>
            </a:extLst>
          </p:cNvPr>
          <p:cNvGrpSpPr/>
          <p:nvPr userDrawn="1"/>
        </p:nvGrpSpPr>
        <p:grpSpPr>
          <a:xfrm>
            <a:off x="304800" y="2455636"/>
            <a:ext cx="4122059" cy="1462680"/>
            <a:chOff x="304800" y="2709636"/>
            <a:chExt cx="4122059" cy="146268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022DE15-F0A7-4081-B20E-F56AF7E8D451}"/>
                </a:ext>
              </a:extLst>
            </p:cNvPr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068AF075-1EBE-4100-82B6-D1B2511E27A3}"/>
                  </a:ext>
                </a:extLst>
              </p:cNvPr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D1F02EB-A5F5-4A25-8E13-33D76C3997D5}"/>
                    </a:ext>
                  </a:extLst>
                </p:cNvPr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11" name="图片 10" descr="图片包含 建筑物&#10;&#10;自动生成的说明">
                  <a:extLst>
                    <a:ext uri="{FF2B5EF4-FFF2-40B4-BE49-F238E27FC236}">
                      <a16:creationId xmlns:a16="http://schemas.microsoft.com/office/drawing/2014/main" id="{27CDB2F7-E7B6-465A-921A-BD30952F7D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  <a:alphaModFix amt="25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901EB5B-A305-4D12-8523-8654B0DF8D3C}"/>
                  </a:ext>
                </a:extLst>
              </p:cNvPr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5400" b="1" dirty="0">
                    <a:solidFill>
                      <a:schemeClr val="accent1"/>
                    </a:solidFill>
                  </a:rPr>
                  <a:t>目  录</a:t>
                </a: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DBDFDE5-938B-46BA-BF04-52626678C645}"/>
                  </a:ext>
                </a:extLst>
              </p:cNvPr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C96E7EA-26DC-40A9-97DD-57F90BFFB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/>
          <p:nvPr userDrawn="1"/>
        </p:nvSpPr>
        <p:spPr>
          <a:xfrm flipV="1">
            <a:off x="5977975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占位符 8" descr="图片包含 泰迪熊, 建筑, 熊, 装满&#10;&#10;描述已自动生成">
            <a:extLst>
              <a:ext uri="{FF2B5EF4-FFF2-40B4-BE49-F238E27FC236}">
                <a16:creationId xmlns:a16="http://schemas.microsoft.com/office/drawing/2014/main" id="{FD1FA799-61AC-EB34-3853-9B9AE1CA76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89" r="20389"/>
          <a:stretch/>
        </p:blipFill>
        <p:spPr>
          <a:xfrm>
            <a:off x="6096000" y="0"/>
            <a:ext cx="6096001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7AC81DD-7107-8DB5-DE5A-90313FD6E3FF}"/>
              </a:ext>
            </a:extLst>
          </p:cNvPr>
          <p:cNvSpPr/>
          <p:nvPr userDrawn="1"/>
        </p:nvSpPr>
        <p:spPr>
          <a:xfrm>
            <a:off x="6618650" y="1218700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accent2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E989764-A90C-4255-4EDC-A8CC1C998B27}"/>
              </a:ext>
            </a:extLst>
          </p:cNvPr>
          <p:cNvGrpSpPr/>
          <p:nvPr userDrawn="1"/>
        </p:nvGrpSpPr>
        <p:grpSpPr>
          <a:xfrm>
            <a:off x="5688375" y="1218700"/>
            <a:ext cx="720000" cy="720000"/>
            <a:chOff x="5412150" y="1180600"/>
            <a:chExt cx="720000" cy="720000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9B67821-8D20-4E07-D97C-0D98444AA15B}"/>
                </a:ext>
              </a:extLst>
            </p:cNvPr>
            <p:cNvSpPr/>
            <p:nvPr/>
          </p:nvSpPr>
          <p:spPr>
            <a:xfrm>
              <a:off x="5412150" y="118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1</a:t>
              </a:r>
              <a:endParaRPr lang="zh-CN" altLang="en-US" sz="3200" b="1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CF57C72-5C7B-3F55-70D5-94CEBD9C2549}"/>
                </a:ext>
              </a:extLst>
            </p:cNvPr>
            <p:cNvSpPr/>
            <p:nvPr/>
          </p:nvSpPr>
          <p:spPr>
            <a:xfrm>
              <a:off x="5412150" y="181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53CD3FB-AFC9-1242-BD66-E47EA4CDD854}"/>
              </a:ext>
            </a:extLst>
          </p:cNvPr>
          <p:cNvGrpSpPr/>
          <p:nvPr userDrawn="1"/>
        </p:nvGrpSpPr>
        <p:grpSpPr>
          <a:xfrm>
            <a:off x="5688375" y="2298700"/>
            <a:ext cx="720000" cy="720000"/>
            <a:chOff x="5412150" y="2260600"/>
            <a:chExt cx="720000" cy="720000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AA90793-B6AA-B3CE-5C0B-DD4F684E4837}"/>
                </a:ext>
              </a:extLst>
            </p:cNvPr>
            <p:cNvSpPr/>
            <p:nvPr/>
          </p:nvSpPr>
          <p:spPr>
            <a:xfrm>
              <a:off x="5412150" y="226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2</a:t>
              </a:r>
              <a:endParaRPr lang="zh-CN" altLang="en-US" sz="3200" b="1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691A84C-924F-1FDA-3C32-98E9AC86BB80}"/>
                </a:ext>
              </a:extLst>
            </p:cNvPr>
            <p:cNvSpPr/>
            <p:nvPr/>
          </p:nvSpPr>
          <p:spPr>
            <a:xfrm>
              <a:off x="5412150" y="289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AA82FDE1-9152-3178-9604-B07214994957}"/>
              </a:ext>
            </a:extLst>
          </p:cNvPr>
          <p:cNvGrpSpPr/>
          <p:nvPr userDrawn="1"/>
        </p:nvGrpSpPr>
        <p:grpSpPr>
          <a:xfrm>
            <a:off x="5688375" y="3378700"/>
            <a:ext cx="720000" cy="720000"/>
            <a:chOff x="5412150" y="3340600"/>
            <a:chExt cx="720000" cy="720000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66EF6D7-747F-2BCF-A330-A63EA841D7C2}"/>
                </a:ext>
              </a:extLst>
            </p:cNvPr>
            <p:cNvSpPr/>
            <p:nvPr/>
          </p:nvSpPr>
          <p:spPr>
            <a:xfrm>
              <a:off x="5412150" y="334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3</a:t>
              </a:r>
              <a:endParaRPr lang="zh-CN" altLang="en-US" sz="3200" b="1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A7EEC4C-A357-F710-01C3-9381AA3BBC05}"/>
                </a:ext>
              </a:extLst>
            </p:cNvPr>
            <p:cNvSpPr/>
            <p:nvPr/>
          </p:nvSpPr>
          <p:spPr>
            <a:xfrm>
              <a:off x="5412150" y="397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A50C30E-0AC4-43D2-A241-026B9AD4F3BF}"/>
              </a:ext>
            </a:extLst>
          </p:cNvPr>
          <p:cNvGrpSpPr/>
          <p:nvPr userDrawn="1"/>
        </p:nvGrpSpPr>
        <p:grpSpPr>
          <a:xfrm>
            <a:off x="5688375" y="4458700"/>
            <a:ext cx="720000" cy="720000"/>
            <a:chOff x="5412150" y="4420600"/>
            <a:chExt cx="720000" cy="720000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D59E78F-F3C4-5B52-5449-F1D10B51ED4B}"/>
                </a:ext>
              </a:extLst>
            </p:cNvPr>
            <p:cNvSpPr/>
            <p:nvPr/>
          </p:nvSpPr>
          <p:spPr>
            <a:xfrm>
              <a:off x="5412150" y="442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/>
                <a:t>4</a:t>
              </a:r>
              <a:endParaRPr lang="zh-CN" altLang="en-US" sz="3200" b="1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B3F8F47-5F5F-1809-20F9-F6952F2F2070}"/>
                </a:ext>
              </a:extLst>
            </p:cNvPr>
            <p:cNvSpPr/>
            <p:nvPr/>
          </p:nvSpPr>
          <p:spPr>
            <a:xfrm>
              <a:off x="5412150" y="505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4D9A0774-DFD8-67C7-CF98-56B07F760DC9}"/>
              </a:ext>
            </a:extLst>
          </p:cNvPr>
          <p:cNvSpPr/>
          <p:nvPr userDrawn="1"/>
        </p:nvSpPr>
        <p:spPr>
          <a:xfrm>
            <a:off x="6618650" y="3378700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503E277-5977-014B-FC03-B8FAFB6427B6}"/>
              </a:ext>
            </a:extLst>
          </p:cNvPr>
          <p:cNvSpPr/>
          <p:nvPr userDrawn="1"/>
        </p:nvSpPr>
        <p:spPr>
          <a:xfrm>
            <a:off x="6618650" y="4458700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D9292EF-62F1-13BA-30BB-45F11EA6DB1C}"/>
              </a:ext>
            </a:extLst>
          </p:cNvPr>
          <p:cNvSpPr/>
          <p:nvPr userDrawn="1"/>
        </p:nvSpPr>
        <p:spPr>
          <a:xfrm>
            <a:off x="6618650" y="2298700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30" name="文本占位符 31">
            <a:extLst>
              <a:ext uri="{FF2B5EF4-FFF2-40B4-BE49-F238E27FC236}">
                <a16:creationId xmlns:a16="http://schemas.microsoft.com/office/drawing/2014/main" id="{3438BD7E-DFE7-B36A-525C-D908CBA175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5068" y="1281431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1" name="文本占位符 31">
            <a:extLst>
              <a:ext uri="{FF2B5EF4-FFF2-40B4-BE49-F238E27FC236}">
                <a16:creationId xmlns:a16="http://schemas.microsoft.com/office/drawing/2014/main" id="{3DEF7B18-46A7-EF6A-D2F6-F6125326C7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95068" y="235945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BE32D086-F29A-8523-5F57-39D364EE1C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95068" y="3443608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3" name="文本占位符 31">
            <a:extLst>
              <a:ext uri="{FF2B5EF4-FFF2-40B4-BE49-F238E27FC236}">
                <a16:creationId xmlns:a16="http://schemas.microsoft.com/office/drawing/2014/main" id="{1641F3B9-4753-244B-0DA0-63949F260C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95068" y="451945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289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过渡页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建筑物, 圆屋顶, 地板&#10;&#10;描述已自动生成">
            <a:extLst>
              <a:ext uri="{FF2B5EF4-FFF2-40B4-BE49-F238E27FC236}">
                <a16:creationId xmlns:a16="http://schemas.microsoft.com/office/drawing/2014/main" id="{CA20EC42-E2DC-453A-A334-D1D7BD3BE5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8BB665EA-8CD9-4D53-A4AF-D2B7101CE5DB}"/>
              </a:ext>
            </a:extLst>
          </p:cNvPr>
          <p:cNvSpPr/>
          <p:nvPr userDrawn="1"/>
        </p:nvSpPr>
        <p:spPr>
          <a:xfrm rot="10800000">
            <a:off x="5885901" y="-45000"/>
            <a:ext cx="90000" cy="694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图片占位符 33">
            <a:extLst>
              <a:ext uri="{FF2B5EF4-FFF2-40B4-BE49-F238E27FC236}">
                <a16:creationId xmlns:a16="http://schemas.microsoft.com/office/drawing/2014/main" id="{94A66D01-D8F9-449F-918E-8E0F01222D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5842000" cy="68770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43182647-270A-4077-B505-0FC4222D1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4" y="3047028"/>
            <a:ext cx="5648325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3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9" name="文本占位符 38">
            <a:extLst>
              <a:ext uri="{FF2B5EF4-FFF2-40B4-BE49-F238E27FC236}">
                <a16:creationId xmlns:a16="http://schemas.microsoft.com/office/drawing/2014/main" id="{39166EE3-A8B8-4A65-AEC2-261BB698A7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8874" y="4054685"/>
            <a:ext cx="5648325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A251A89-E640-49C6-A3E7-63D9665175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l="49487" r="1345"/>
          <a:stretch/>
        </p:blipFill>
        <p:spPr>
          <a:xfrm>
            <a:off x="6238430" y="6041797"/>
            <a:ext cx="5920443" cy="41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275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>
            <a:extLst>
              <a:ext uri="{FF2B5EF4-FFF2-40B4-BE49-F238E27FC236}">
                <a16:creationId xmlns:a16="http://schemas.microsoft.com/office/drawing/2014/main" id="{AABAA2F6-CE8B-4D0C-9DA1-7AFD8C0E1F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18" name="平行四边形 17">
            <a:extLst>
              <a:ext uri="{FF2B5EF4-FFF2-40B4-BE49-F238E27FC236}">
                <a16:creationId xmlns:a16="http://schemas.microsoft.com/office/drawing/2014/main" id="{55B5EF86-CD68-45F5-B469-E0C751A7F1CE}"/>
              </a:ext>
            </a:extLst>
          </p:cNvPr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444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片 6" descr="图片包含 户外, 标牌, 黑色&#10;&#10;自动生成的说明">
            <a:extLst>
              <a:ext uri="{FF2B5EF4-FFF2-40B4-BE49-F238E27FC236}">
                <a16:creationId xmlns:a16="http://schemas.microsoft.com/office/drawing/2014/main" id="{BBD19A13-D175-4468-834D-FE213A533A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FF6FEE6-2A34-4756-8F6B-3232EC3752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9056" y="766710"/>
            <a:ext cx="11568144" cy="5231972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30000"/>
              </a:lnSpc>
              <a:buFontTx/>
              <a:buBlip>
                <a:blip r:embed="rId4"/>
              </a:buBlip>
              <a:defRPr sz="2000">
                <a:solidFill>
                  <a:schemeClr val="accent2"/>
                </a:solidFill>
              </a:defRPr>
            </a:lvl1pPr>
            <a:lvl2pPr>
              <a:lnSpc>
                <a:spcPct val="130000"/>
              </a:lnSpc>
              <a:defRPr sz="2000">
                <a:solidFill>
                  <a:schemeClr val="accent2"/>
                </a:solidFill>
              </a:defRPr>
            </a:lvl2pPr>
            <a:lvl3pPr>
              <a:lnSpc>
                <a:spcPct val="130000"/>
              </a:lnSpc>
              <a:defRPr sz="1800">
                <a:solidFill>
                  <a:schemeClr val="accent2"/>
                </a:solidFill>
              </a:defRPr>
            </a:lvl3pPr>
            <a:lvl4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4pPr>
            <a:lvl5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93235BFC-8F08-4C25-988C-FCB706C52ACD}"/>
              </a:ext>
            </a:extLst>
          </p:cNvPr>
          <p:cNvSpPr/>
          <p:nvPr userDrawn="1"/>
        </p:nvSpPr>
        <p:spPr>
          <a:xfrm>
            <a:off x="11428834" y="119857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平行四边形 21">
            <a:extLst>
              <a:ext uri="{FF2B5EF4-FFF2-40B4-BE49-F238E27FC236}">
                <a16:creationId xmlns:a16="http://schemas.microsoft.com/office/drawing/2014/main" id="{A14A4014-5A08-40D8-A5CC-B2FF9962A739}"/>
              </a:ext>
            </a:extLst>
          </p:cNvPr>
          <p:cNvSpPr/>
          <p:nvPr userDrawn="1"/>
        </p:nvSpPr>
        <p:spPr>
          <a:xfrm>
            <a:off x="11016782" y="322602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079B103-7842-8CA2-B7E8-4BBB2380E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887" y="63500"/>
            <a:ext cx="9237214" cy="579186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3227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离页连接符 1">
            <a:extLst>
              <a:ext uri="{FF2B5EF4-FFF2-40B4-BE49-F238E27FC236}">
                <a16:creationId xmlns:a16="http://schemas.microsoft.com/office/drawing/2014/main" id="{3D05038B-8A32-4BD0-A068-AFE03E6FF8D3}"/>
              </a:ext>
            </a:extLst>
          </p:cNvPr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500" b="1" spc="600">
                <a:solidFill>
                  <a:schemeClr val="accent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09B0529-EE67-44AA-BAF8-7E78156B3D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FA12E6D-1EC4-4BB8-BCAB-668C213B8F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5B543617-7E5E-4360-A155-0CA2B7AF9E10}"/>
              </a:ext>
            </a:extLst>
          </p:cNvPr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 descr="图片包含 建筑物&#10;&#10;自动生成的说明">
            <a:extLst>
              <a:ext uri="{FF2B5EF4-FFF2-40B4-BE49-F238E27FC236}">
                <a16:creationId xmlns:a16="http://schemas.microsoft.com/office/drawing/2014/main" id="{D3C2EE1F-0BF9-49E9-859D-A8611895DEE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96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lowpo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建筑物, 圆屋顶, 地板&#10;&#10;描述已自动生成">
            <a:extLst>
              <a:ext uri="{FF2B5EF4-FFF2-40B4-BE49-F238E27FC236}">
                <a16:creationId xmlns:a16="http://schemas.microsoft.com/office/drawing/2014/main" id="{0E7CEFF4-3933-40D2-928B-A28B021C14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762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58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5" r:id="rId2"/>
    <p:sldLayoutId id="2147483658" r:id="rId3"/>
    <p:sldLayoutId id="2147483651" r:id="rId4"/>
    <p:sldLayoutId id="2147483663" r:id="rId5"/>
    <p:sldLayoutId id="214748366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92" userDrawn="1">
          <p15:clr>
            <a:srgbClr val="F26B43"/>
          </p15:clr>
        </p15:guide>
        <p15:guide id="2" pos="7488" userDrawn="1">
          <p15:clr>
            <a:srgbClr val="F26B43"/>
          </p15:clr>
        </p15:guide>
        <p15:guide id="3" orient="horz" pos="432" userDrawn="1">
          <p15:clr>
            <a:srgbClr val="F26B43"/>
          </p15:clr>
        </p15:guide>
        <p15:guide id="4" orient="horz" pos="472" userDrawn="1">
          <p15:clr>
            <a:srgbClr val="F26B43"/>
          </p15:clr>
        </p15:guide>
        <p15:guide id="5" orient="horz" pos="4104" userDrawn="1">
          <p15:clr>
            <a:srgbClr val="F26B43"/>
          </p15:clr>
        </p15:guide>
        <p15:guide id="6" orient="horz" pos="40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36345926-2D8F-4DF5-B0AD-1BA219183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163" y="3383857"/>
            <a:ext cx="9871675" cy="1060855"/>
          </a:xfrm>
        </p:spPr>
        <p:txBody>
          <a:bodyPr/>
          <a:lstStyle/>
          <a:p>
            <a:r>
              <a:rPr lang="zh-CN" altLang="en-US" dirty="0"/>
              <a:t>上海交通大学通用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BE9F4DED-9097-480E-890E-55C6F37E8A7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fld id="{C9F65FB5-5267-4E5A-BCF9-EA44443C8FA1}" type="datetime2">
              <a:rPr lang="zh-CN" altLang="en-US" smtClean="0"/>
              <a:t>2026年7月7日</a:t>
            </a:fld>
            <a:endParaRPr lang="zh-CN" altLang="en-US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6831C20E-D005-4D4F-B7F5-359EE60B50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汇报人姓名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18707F-1E4E-A5F9-A31A-E4924CF42793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0" y="749300"/>
            <a:ext cx="12203394" cy="319193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049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F826AC1-4BEE-4572-59CB-ECDADA5120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456A7F4-676C-E2C8-7E62-486E0E6459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ADB686D5-BD4B-7CD5-522B-B789E7D98C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CB8FB3A3-12B4-053F-33CF-1193DA3ED5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321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98C5E8E6-F020-49E2-1FA6-9B70C553A5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5C5B69BB-8D0C-051A-87D2-9E035364D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3F5EE4E-D8E6-4A42-90C9-20D6EF6D48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8874" y="4054685"/>
            <a:ext cx="5648325" cy="1534265"/>
          </a:xfrm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B7B36B1-56E4-44EE-BBDE-D347ADEB09C5}"/>
              </a:ext>
            </a:extLst>
          </p:cNvPr>
          <p:cNvGrpSpPr/>
          <p:nvPr/>
        </p:nvGrpSpPr>
        <p:grpSpPr>
          <a:xfrm>
            <a:off x="7988382" y="0"/>
            <a:ext cx="1976273" cy="2061029"/>
            <a:chOff x="8813368" y="0"/>
            <a:chExt cx="2862842" cy="2061029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C0E49D4-4B4D-4777-AD58-1CFBB4C1AB1D}"/>
                </a:ext>
              </a:extLst>
            </p:cNvPr>
            <p:cNvSpPr/>
            <p:nvPr/>
          </p:nvSpPr>
          <p:spPr>
            <a:xfrm>
              <a:off x="8813368" y="0"/>
              <a:ext cx="2862842" cy="20610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 b="1" dirty="0">
                  <a:solidFill>
                    <a:schemeClr val="accent1"/>
                  </a:solidFill>
                </a:rPr>
                <a:t>01</a:t>
              </a:r>
              <a:endParaRPr lang="zh-CN" altLang="en-US" sz="9600" b="1" dirty="0">
                <a:solidFill>
                  <a:schemeClr val="accent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D24F1F2-05CB-495B-8A37-BDCF577956C6}"/>
                </a:ext>
              </a:extLst>
            </p:cNvPr>
            <p:cNvSpPr/>
            <p:nvPr/>
          </p:nvSpPr>
          <p:spPr>
            <a:xfrm rot="16200000">
              <a:off x="10200076" y="584895"/>
              <a:ext cx="90000" cy="2862268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3377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72CBCE2-BBD3-6480-1C21-0CD4F7C923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9056" y="766710"/>
            <a:ext cx="11568144" cy="523197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3" name="标题 12">
            <a:extLst>
              <a:ext uri="{FF2B5EF4-FFF2-40B4-BE49-F238E27FC236}">
                <a16:creationId xmlns:a16="http://schemas.microsoft.com/office/drawing/2014/main" id="{8EF26F6C-0D0C-7C7D-4722-3403995FD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876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74ED3E-DC16-4907-A2BD-F614B3B28D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感谢</a:t>
            </a:r>
          </a:p>
        </p:txBody>
      </p:sp>
    </p:spTree>
    <p:extLst>
      <p:ext uri="{BB962C8B-B14F-4D97-AF65-F5344CB8AC3E}">
        <p14:creationId xmlns:p14="http://schemas.microsoft.com/office/powerpoint/2010/main" val="38419589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3586</TotalTime>
  <Words>12</Words>
  <Application>Microsoft Office PowerPoint</Application>
  <PresentationFormat>宽屏</PresentationFormat>
  <Paragraphs>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等线</vt:lpstr>
      <vt:lpstr>Arial</vt:lpstr>
      <vt:lpstr>Office 主题​​</vt:lpstr>
      <vt:lpstr>上海交通大学通用PPT模板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 李</dc:creator>
  <cp:lastModifiedBy>Yi Li</cp:lastModifiedBy>
  <cp:revision>95</cp:revision>
  <dcterms:created xsi:type="dcterms:W3CDTF">2019-01-23T14:14:04Z</dcterms:created>
  <dcterms:modified xsi:type="dcterms:W3CDTF">2026-07-07T07:42:25Z</dcterms:modified>
</cp:coreProperties>
</file>