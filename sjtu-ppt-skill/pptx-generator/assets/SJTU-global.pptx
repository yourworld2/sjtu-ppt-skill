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90" r:id="rId2"/>
    <p:sldId id="260" r:id="rId3"/>
    <p:sldId id="411" r:id="rId4"/>
    <p:sldId id="410" r:id="rId5"/>
    <p:sldId id="258" r:id="rId6"/>
  </p:sldIdLst>
  <p:sldSz cx="12192000" cy="6858000"/>
  <p:notesSz cx="7104063" cy="10234613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40">
          <p15:clr>
            <a:srgbClr val="A4A3A4"/>
          </p15:clr>
        </p15:guide>
        <p15:guide id="10" orient="horz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4D00"/>
    <a:srgbClr val="18243A"/>
    <a:srgbClr val="192D49"/>
    <a:srgbClr val="EE8667"/>
    <a:srgbClr val="97112A"/>
    <a:srgbClr val="1A2438"/>
    <a:srgbClr val="4479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13" autoAdjust="0"/>
    <p:restoredTop sz="90577" autoAdjust="0"/>
  </p:normalViewPr>
  <p:slideViewPr>
    <p:cSldViewPr snapToGrid="0">
      <p:cViewPr>
        <p:scale>
          <a:sx n="66" d="100"/>
          <a:sy n="66" d="100"/>
        </p:scale>
        <p:origin x="1686" y="660"/>
      </p:cViewPr>
      <p:guideLst>
        <p:guide pos="3840"/>
        <p:guide orient="horz" pos="2137"/>
      </p:guideLst>
    </p:cSldViewPr>
  </p:slideViewPr>
  <p:outlineViewPr>
    <p:cViewPr>
      <p:scale>
        <a:sx n="33" d="100"/>
        <a:sy n="33" d="100"/>
      </p:scale>
      <p:origin x="0" y="-59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738B3E-8B26-4DE4-BA2B-5B40A26B795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EF3005-7208-4797-B693-F9AD7018F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483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F3005-7208-4797-B693-F9AD7018F92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163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8.png"/><Relationship Id="rId1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12" Type="http://schemas.openxmlformats.org/officeDocument/2006/relationships/image" Target="../media/image17.png"/><Relationship Id="rId17" Type="http://schemas.openxmlformats.org/officeDocument/2006/relationships/image" Target="../media/image3.png"/><Relationship Id="rId2" Type="http://schemas.openxmlformats.org/officeDocument/2006/relationships/tags" Target="../tags/tag3.xml"/><Relationship Id="rId16" Type="http://schemas.openxmlformats.org/officeDocument/2006/relationships/image" Target="../media/image21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16.png"/><Relationship Id="rId5" Type="http://schemas.openxmlformats.org/officeDocument/2006/relationships/tags" Target="../tags/tag6.xml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tags" Target="../tags/tag5.xml"/><Relationship Id="rId9" Type="http://schemas.openxmlformats.org/officeDocument/2006/relationships/image" Target="../media/image11.svg"/><Relationship Id="rId14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/Users/zhuang/Desktop/10-09 国际交流处英文/ppt/橙/Apple TV备份@1x.jpgApple TV备份@1x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0955" y="0"/>
            <a:ext cx="12212955" cy="6870065"/>
          </a:xfrm>
          <a:prstGeom prst="rect">
            <a:avLst/>
          </a:prstGeom>
        </p:spPr>
      </p:pic>
      <p:pic>
        <p:nvPicPr>
          <p:cNvPr id="108" name="图片 107">
            <a:extLst>
              <a:ext uri="{FF2B5EF4-FFF2-40B4-BE49-F238E27FC236}">
                <a16:creationId xmlns:a16="http://schemas.microsoft.com/office/drawing/2014/main" id="{CDC96861-7083-E6AE-2D66-9A65AF79D62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67" y="341176"/>
            <a:ext cx="2033963" cy="538874"/>
          </a:xfrm>
          <a:prstGeom prst="rect">
            <a:avLst/>
          </a:prstGeom>
        </p:spPr>
      </p:pic>
      <p:sp>
        <p:nvSpPr>
          <p:cNvPr id="112" name="文本占位符 111">
            <a:extLst>
              <a:ext uri="{FF2B5EF4-FFF2-40B4-BE49-F238E27FC236}">
                <a16:creationId xmlns:a16="http://schemas.microsoft.com/office/drawing/2014/main" id="{6A17038D-2D8E-82CE-4E84-0EE979D745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2600" y="2039136"/>
            <a:ext cx="6589712" cy="86821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40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j-ea"/>
                <a:ea typeface="+mj-ea"/>
              </a:defRPr>
            </a:lvl2pPr>
            <a:lvl3pPr>
              <a:defRPr>
                <a:solidFill>
                  <a:schemeClr val="bg1"/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bg1"/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单击此处编辑汇报主题</a:t>
            </a:r>
          </a:p>
        </p:txBody>
      </p:sp>
      <p:sp>
        <p:nvSpPr>
          <p:cNvPr id="114" name="文本占位符 111">
            <a:extLst>
              <a:ext uri="{FF2B5EF4-FFF2-40B4-BE49-F238E27FC236}">
                <a16:creationId xmlns:a16="http://schemas.microsoft.com/office/drawing/2014/main" id="{36B1B465-29AA-AAF7-4464-28449BDEC0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6558" y="3198222"/>
            <a:ext cx="6575754" cy="4593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j-ea"/>
                <a:ea typeface="+mj-ea"/>
              </a:defRPr>
            </a:lvl2pPr>
            <a:lvl3pPr>
              <a:defRPr>
                <a:solidFill>
                  <a:schemeClr val="bg1"/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bg1"/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单击此处编辑副标题</a:t>
            </a:r>
          </a:p>
        </p:txBody>
      </p:sp>
      <p:sp>
        <p:nvSpPr>
          <p:cNvPr id="116" name="文本占位符 111">
            <a:extLst>
              <a:ext uri="{FF2B5EF4-FFF2-40B4-BE49-F238E27FC236}">
                <a16:creationId xmlns:a16="http://schemas.microsoft.com/office/drawing/2014/main" id="{E59FA558-EA71-BBCF-62C0-3A82194BFC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6558" y="4097744"/>
            <a:ext cx="3538413" cy="4593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j-ea"/>
                <a:ea typeface="+mj-ea"/>
              </a:defRPr>
            </a:lvl2pPr>
            <a:lvl3pPr>
              <a:defRPr>
                <a:solidFill>
                  <a:schemeClr val="bg1"/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bg1"/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单击此处编辑汇报人</a:t>
            </a:r>
          </a:p>
        </p:txBody>
      </p:sp>
      <p:pic>
        <p:nvPicPr>
          <p:cNvPr id="3" name="图片 2" descr="编组 4">
            <a:extLst>
              <a:ext uri="{FF2B5EF4-FFF2-40B4-BE49-F238E27FC236}">
                <a16:creationId xmlns:a16="http://schemas.microsoft.com/office/drawing/2014/main" id="{16A566EB-06B0-81EB-8971-A31C6B3154C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33302"/>
          <a:stretch>
            <a:fillRect/>
          </a:stretch>
        </p:blipFill>
        <p:spPr>
          <a:xfrm>
            <a:off x="522129" y="5973090"/>
            <a:ext cx="2548111" cy="350353"/>
          </a:xfrm>
          <a:prstGeom prst="rect">
            <a:avLst/>
          </a:prstGeom>
        </p:spPr>
      </p:pic>
      <p:pic>
        <p:nvPicPr>
          <p:cNvPr id="4" name="图片 3" descr="图片1">
            <a:extLst>
              <a:ext uri="{FF2B5EF4-FFF2-40B4-BE49-F238E27FC236}">
                <a16:creationId xmlns:a16="http://schemas.microsoft.com/office/drawing/2014/main" id="{8D40A69D-9223-2125-D089-039C67FB48B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r="26700"/>
          <a:stretch>
            <a:fillRect/>
          </a:stretch>
        </p:blipFill>
        <p:spPr>
          <a:xfrm>
            <a:off x="440055" y="6228223"/>
            <a:ext cx="2633345" cy="29980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35"/>
          <a:stretch>
            <a:fillRect/>
          </a:stretch>
        </p:blipFill>
        <p:spPr>
          <a:xfrm>
            <a:off x="5156200" y="0"/>
            <a:ext cx="8680450" cy="7926070"/>
          </a:xfrm>
          <a:prstGeom prst="rect">
            <a:avLst/>
          </a:prstGeom>
        </p:spPr>
      </p:pic>
      <p:pic>
        <p:nvPicPr>
          <p:cNvPr id="2" name="图片 1" descr="/Users/zhuang/Desktop/10-09 国际交流处英文/ppt/橙/编组.png编组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635" y="-4445"/>
            <a:ext cx="10680700" cy="6862445"/>
          </a:xfrm>
          <a:prstGeom prst="rect">
            <a:avLst/>
          </a:prstGeom>
        </p:spPr>
      </p:pic>
      <p:pic>
        <p:nvPicPr>
          <p:cNvPr id="26" name="图片 25" descr="矩形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180590"/>
            <a:ext cx="9277350" cy="4677410"/>
          </a:xfrm>
          <a:prstGeom prst="rect">
            <a:avLst/>
          </a:prstGeom>
        </p:spPr>
      </p:pic>
      <p:sp>
        <p:nvSpPr>
          <p:cNvPr id="11" name="Titre 11"/>
          <p:cNvSpPr txBox="1"/>
          <p:nvPr userDrawn="1"/>
        </p:nvSpPr>
        <p:spPr>
          <a:xfrm>
            <a:off x="482600" y="626428"/>
            <a:ext cx="2304143" cy="9232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6600" b="1" dirty="0">
                <a:solidFill>
                  <a:srgbClr val="1A2438"/>
                </a:solidFill>
                <a:latin typeface="+mj-ea"/>
                <a:ea typeface="+mj-ea"/>
                <a:cs typeface="Microsoft YaHei Regular" panose="020B0402040204020203" charset="-122"/>
              </a:rPr>
              <a:t>目录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822913" y="845471"/>
            <a:ext cx="2258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 i="1" dirty="0">
                <a:solidFill>
                  <a:srgbClr val="1A2438"/>
                </a:solidFill>
                <a:latin typeface="+mn-ea"/>
                <a:ea typeface="+mn-ea"/>
                <a:cs typeface="Poppins Regular" panose="02000000000000000000" charset="0"/>
              </a:rPr>
              <a:t>C</a:t>
            </a:r>
            <a:r>
              <a:rPr lang="zh-CN" altLang="en-US" sz="4000" i="1" dirty="0">
                <a:solidFill>
                  <a:srgbClr val="1A2438"/>
                </a:solidFill>
                <a:latin typeface="+mn-ea"/>
                <a:ea typeface="+mn-ea"/>
                <a:cs typeface="Poppins Regular" panose="02000000000000000000" charset="0"/>
              </a:rPr>
              <a:t>ontents</a:t>
            </a:r>
          </a:p>
        </p:txBody>
      </p:sp>
      <p:pic>
        <p:nvPicPr>
          <p:cNvPr id="4" name="图片 3" descr="/Users/zhuang/Desktop/10-09 国际交流处英文/ppt/橙/矩形备份 2.png矩形备份 2">
            <a:extLst>
              <a:ext uri="{FF2B5EF4-FFF2-40B4-BE49-F238E27FC236}">
                <a16:creationId xmlns:a16="http://schemas.microsoft.com/office/drawing/2014/main" id="{BA00D305-A474-EA21-EA81-B0C68FFC2AD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1085215" y="2743200"/>
            <a:ext cx="1403985" cy="500380"/>
          </a:xfrm>
          <a:prstGeom prst="rect">
            <a:avLst/>
          </a:prstGeom>
        </p:spPr>
      </p:pic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6FF87AE-7D69-1446-516E-9009A97D6D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71600" y="2685066"/>
            <a:ext cx="4889500" cy="62388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20" name="图片 19" descr="/Users/zhuang/Desktop/10-09 国际交流处英文/ppt/橙/矩形备份 2.png矩形备份 2">
            <a:extLst>
              <a:ext uri="{FF2B5EF4-FFF2-40B4-BE49-F238E27FC236}">
                <a16:creationId xmlns:a16="http://schemas.microsoft.com/office/drawing/2014/main" id="{28966EB8-1C10-AB8C-1EE7-B3206F6314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1085215" y="3672555"/>
            <a:ext cx="1403985" cy="500380"/>
          </a:xfrm>
          <a:prstGeom prst="rect">
            <a:avLst/>
          </a:prstGeom>
        </p:spPr>
      </p:pic>
      <p:sp>
        <p:nvSpPr>
          <p:cNvPr id="21" name="文本占位符 18">
            <a:extLst>
              <a:ext uri="{FF2B5EF4-FFF2-40B4-BE49-F238E27FC236}">
                <a16:creationId xmlns:a16="http://schemas.microsoft.com/office/drawing/2014/main" id="{C0CA7A56-632D-550E-AB95-CC0B5A3BBD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71600" y="3614421"/>
            <a:ext cx="4889500" cy="62388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22" name="图片 21" descr="/Users/zhuang/Desktop/10-09 国际交流处英文/ppt/橙/矩形备份 2.png矩形备份 2">
            <a:extLst>
              <a:ext uri="{FF2B5EF4-FFF2-40B4-BE49-F238E27FC236}">
                <a16:creationId xmlns:a16="http://schemas.microsoft.com/office/drawing/2014/main" id="{1E87B134-FE87-53C0-4611-63F3504145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1085215" y="4594671"/>
            <a:ext cx="1403985" cy="500380"/>
          </a:xfrm>
          <a:prstGeom prst="rect">
            <a:avLst/>
          </a:prstGeom>
        </p:spPr>
      </p:pic>
      <p:sp>
        <p:nvSpPr>
          <p:cNvPr id="23" name="文本占位符 18">
            <a:extLst>
              <a:ext uri="{FF2B5EF4-FFF2-40B4-BE49-F238E27FC236}">
                <a16:creationId xmlns:a16="http://schemas.microsoft.com/office/drawing/2014/main" id="{EB2EE485-8C8D-5C3C-B7F7-627948E202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71600" y="4536537"/>
            <a:ext cx="4889500" cy="62388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24" name="图片 23" descr="/Users/zhuang/Desktop/10-09 国际交流处英文/ppt/橙/矩形备份 2.png矩形备份 2">
            <a:extLst>
              <a:ext uri="{FF2B5EF4-FFF2-40B4-BE49-F238E27FC236}">
                <a16:creationId xmlns:a16="http://schemas.microsoft.com/office/drawing/2014/main" id="{E1E02651-B85F-495A-6256-355BE415BF1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1085215" y="5509548"/>
            <a:ext cx="1403985" cy="500380"/>
          </a:xfrm>
          <a:prstGeom prst="rect">
            <a:avLst/>
          </a:prstGeom>
        </p:spPr>
      </p:pic>
      <p:sp>
        <p:nvSpPr>
          <p:cNvPr id="25" name="文本占位符 18">
            <a:extLst>
              <a:ext uri="{FF2B5EF4-FFF2-40B4-BE49-F238E27FC236}">
                <a16:creationId xmlns:a16="http://schemas.microsoft.com/office/drawing/2014/main" id="{5AD49FA2-C70B-6F69-D84E-B176F584B1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0" y="5451414"/>
            <a:ext cx="4889500" cy="62388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29" name="图片 28" descr="/Users/zhuang/Desktop/10-09 国际交流处英文/ppt/橙/位图.png位图">
            <a:extLst>
              <a:ext uri="{FF2B5EF4-FFF2-40B4-BE49-F238E27FC236}">
                <a16:creationId xmlns:a16="http://schemas.microsoft.com/office/drawing/2014/main" id="{907F66CD-71AE-1241-D68F-244D4F936A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3779"/>
          <a:stretch>
            <a:fillRect/>
          </a:stretch>
        </p:blipFill>
        <p:spPr>
          <a:xfrm>
            <a:off x="0" y="1395253"/>
            <a:ext cx="9756096" cy="403225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/Users/zhuang/Desktop/10-09 国际交流处英文/ppt/橙/Apple TV备份 3@1x.jpgApple TV备份 3@1x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635" y="-635"/>
            <a:ext cx="12192635" cy="6858000"/>
          </a:xfrm>
          <a:prstGeom prst="rect">
            <a:avLst/>
          </a:prstGeom>
        </p:spPr>
      </p:pic>
      <p:pic>
        <p:nvPicPr>
          <p:cNvPr id="6" name="图形 7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024" y="344170"/>
            <a:ext cx="2296160" cy="603885"/>
          </a:xfrm>
          <a:prstGeom prst="rect">
            <a:avLst/>
          </a:prstGeom>
        </p:spPr>
      </p:pic>
      <p:pic>
        <p:nvPicPr>
          <p:cNvPr id="10" name="图片 9" descr="编组 4">
            <a:extLst>
              <a:ext uri="{FF2B5EF4-FFF2-40B4-BE49-F238E27FC236}">
                <a16:creationId xmlns:a16="http://schemas.microsoft.com/office/drawing/2014/main" id="{2828150E-E44E-1F27-C83E-499280310D2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33302"/>
          <a:stretch>
            <a:fillRect/>
          </a:stretch>
        </p:blipFill>
        <p:spPr>
          <a:xfrm>
            <a:off x="522129" y="5973090"/>
            <a:ext cx="2548111" cy="350353"/>
          </a:xfrm>
          <a:prstGeom prst="rect">
            <a:avLst/>
          </a:prstGeom>
        </p:spPr>
      </p:pic>
      <p:pic>
        <p:nvPicPr>
          <p:cNvPr id="21" name="图片 20" descr="图片1">
            <a:extLst>
              <a:ext uri="{FF2B5EF4-FFF2-40B4-BE49-F238E27FC236}">
                <a16:creationId xmlns:a16="http://schemas.microsoft.com/office/drawing/2014/main" id="{932768F4-571E-830F-7560-BFB9CFAEB4B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r="26700"/>
          <a:stretch>
            <a:fillRect/>
          </a:stretch>
        </p:blipFill>
        <p:spPr>
          <a:xfrm>
            <a:off x="440055" y="6228223"/>
            <a:ext cx="2633345" cy="299807"/>
          </a:xfrm>
          <a:prstGeom prst="rect">
            <a:avLst/>
          </a:prstGeom>
        </p:spPr>
      </p:pic>
      <p:pic>
        <p:nvPicPr>
          <p:cNvPr id="22" name="图片 21" descr="/Users/zhuang/Desktop/10-09 国际交流处英文/ppt/橙/矩形备份 2.png矩形备份 2">
            <a:extLst>
              <a:ext uri="{FF2B5EF4-FFF2-40B4-BE49-F238E27FC236}">
                <a16:creationId xmlns:a16="http://schemas.microsoft.com/office/drawing/2014/main" id="{874804E6-578A-7BCA-0EBA-ED5F01BF7F0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522129" y="2436668"/>
            <a:ext cx="841210" cy="299807"/>
          </a:xfrm>
          <a:prstGeom prst="rect">
            <a:avLst/>
          </a:prstGeom>
        </p:spPr>
      </p:pic>
      <p:sp>
        <p:nvSpPr>
          <p:cNvPr id="11" name="文本占位符 5">
            <a:extLst>
              <a:ext uri="{FF2B5EF4-FFF2-40B4-BE49-F238E27FC236}">
                <a16:creationId xmlns:a16="http://schemas.microsoft.com/office/drawing/2014/main" id="{EAD612A3-4540-003D-7A4C-BC72769169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1200" y="2524767"/>
            <a:ext cx="6894285" cy="49838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35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2318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Users/zhuang/Desktop/10-09 国际交流处英文/ppt/橙/位图.png位图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2065" y="6037035"/>
            <a:ext cx="12167870" cy="403860"/>
          </a:xfrm>
          <a:prstGeom prst="rect">
            <a:avLst/>
          </a:prstGeom>
        </p:spPr>
      </p:pic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60058481-D71F-180D-E8DD-AE7E9581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42" y="6480536"/>
            <a:ext cx="6676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FC2B458-5B41-44F1-8686-4D81FE9079A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5" name="图片 4" descr="徽标, 图标&#10;&#10;描述已自动生成">
            <a:extLst>
              <a:ext uri="{FF2B5EF4-FFF2-40B4-BE49-F238E27FC236}">
                <a16:creationId xmlns:a16="http://schemas.microsoft.com/office/drawing/2014/main" id="{4E82929B-C9C9-10FC-D61B-7022E6C61B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83" y="6149879"/>
            <a:ext cx="555034" cy="523785"/>
          </a:xfrm>
          <a:prstGeom prst="rect">
            <a:avLst/>
          </a:prstGeom>
        </p:spPr>
      </p:pic>
      <p:pic>
        <p:nvPicPr>
          <p:cNvPr id="9" name="图片 8" descr="文本&#10;&#10;中度可信度描述已自动生成">
            <a:extLst>
              <a:ext uri="{FF2B5EF4-FFF2-40B4-BE49-F238E27FC236}">
                <a16:creationId xmlns:a16="http://schemas.microsoft.com/office/drawing/2014/main" id="{A111A5C2-F7B8-7198-0A0E-701AC6B0584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056" y="300897"/>
            <a:ext cx="2073729" cy="681721"/>
          </a:xfrm>
          <a:prstGeom prst="rect">
            <a:avLst/>
          </a:prstGeom>
        </p:spPr>
      </p:pic>
      <p:pic>
        <p:nvPicPr>
          <p:cNvPr id="3" name="图片 2" descr="/Users/zhuang/Desktop/10-09 国际交流处英文/ppt/橙/编组 3.png编组 3">
            <a:extLst>
              <a:ext uri="{FF2B5EF4-FFF2-40B4-BE49-F238E27FC236}">
                <a16:creationId xmlns:a16="http://schemas.microsoft.com/office/drawing/2014/main" id="{094E21BD-E209-65CF-30E6-52045226CC5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328295" y="402590"/>
            <a:ext cx="564515" cy="483870"/>
          </a:xfrm>
          <a:prstGeom prst="rect">
            <a:avLst/>
          </a:prstGeom>
        </p:spPr>
      </p:pic>
      <p:sp>
        <p:nvSpPr>
          <p:cNvPr id="4" name="文本占位符 5">
            <a:extLst>
              <a:ext uri="{FF2B5EF4-FFF2-40B4-BE49-F238E27FC236}">
                <a16:creationId xmlns:a16="http://schemas.microsoft.com/office/drawing/2014/main" id="{F1E554B1-2ABF-D077-6AD8-894C570B61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417105"/>
            <a:ext cx="7416799" cy="49838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3200">
                <a:gradFill>
                  <a:gsLst>
                    <a:gs pos="100000">
                      <a:srgbClr val="F44D00"/>
                    </a:gs>
                    <a:gs pos="55000">
                      <a:srgbClr val="18243A">
                        <a:lumMod val="100000"/>
                      </a:srgbClr>
                    </a:gs>
                  </a:gsLst>
                  <a:lin ang="5400000" scaled="0"/>
                </a:gra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502584-A6DE-A354-DF95-1F03A24C40AC}"/>
              </a:ext>
            </a:extLst>
          </p:cNvPr>
          <p:cNvSpPr txBox="1"/>
          <p:nvPr userDrawn="1"/>
        </p:nvSpPr>
        <p:spPr>
          <a:xfrm>
            <a:off x="914400" y="6482834"/>
            <a:ext cx="4076700" cy="19082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zh-CN" altLang="en-US" sz="1200" i="1" dirty="0">
                <a:solidFill>
                  <a:schemeClr val="accent4"/>
                </a:solidFill>
              </a:rPr>
              <a:t>Connecting and Nurturing Global </a:t>
            </a:r>
            <a:r>
              <a:rPr lang="en-US" altLang="zh-CN" sz="1200" i="1" dirty="0">
                <a:solidFill>
                  <a:schemeClr val="accent4"/>
                </a:solidFill>
              </a:rPr>
              <a:t>Minds</a:t>
            </a:r>
            <a:endParaRPr lang="zh-CN" altLang="en-US" sz="1200" i="1" dirty="0">
              <a:solidFill>
                <a:schemeClr val="accent4"/>
              </a:solidFill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A3F53B-BBC0-E5A4-E6EC-44EF93E3C80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1813" y="1244600"/>
            <a:ext cx="11164887" cy="455966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/Users/zhuang/Desktop/10-09 国际交流处英文/ppt/橙/Apple TV备份 3@1x.jpgApple TV备份 3@1x"/>
          <p:cNvPicPr>
            <a:picLocks noChangeAspect="1"/>
          </p:cNvPicPr>
          <p:nvPr userDrawn="1"/>
        </p:nvPicPr>
        <p:blipFill>
          <a:blip r:embed="rId8"/>
          <a:srcRect/>
          <a:stretch>
            <a:fillRect/>
          </a:stretch>
        </p:blipFill>
        <p:spPr>
          <a:xfrm>
            <a:off x="635" y="-635"/>
            <a:ext cx="12192635" cy="6858000"/>
          </a:xfrm>
          <a:prstGeom prst="rect">
            <a:avLst/>
          </a:prstGeom>
        </p:spPr>
      </p:pic>
      <p:pic>
        <p:nvPicPr>
          <p:cNvPr id="6" name="图形 7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9024" y="344170"/>
            <a:ext cx="2296160" cy="603885"/>
          </a:xfrm>
          <a:prstGeom prst="rect">
            <a:avLst/>
          </a:prstGeom>
        </p:spPr>
      </p:pic>
      <p:pic>
        <p:nvPicPr>
          <p:cNvPr id="110" name="图片 109" descr="徽标, 图标&#10;&#10;描述已自动生成">
            <a:extLst>
              <a:ext uri="{FF2B5EF4-FFF2-40B4-BE49-F238E27FC236}">
                <a16:creationId xmlns:a16="http://schemas.microsoft.com/office/drawing/2014/main" id="{C49EA586-91B3-4152-7C54-0439CF70114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773" y="2713242"/>
            <a:ext cx="2000410" cy="1887787"/>
          </a:xfrm>
          <a:prstGeom prst="rect">
            <a:avLst/>
          </a:prstGeom>
        </p:spPr>
      </p:pic>
      <p:sp>
        <p:nvSpPr>
          <p:cNvPr id="11" name="文本占位符 5">
            <a:extLst>
              <a:ext uri="{FF2B5EF4-FFF2-40B4-BE49-F238E27FC236}">
                <a16:creationId xmlns:a16="http://schemas.microsoft.com/office/drawing/2014/main" id="{EAD612A3-4540-003D-7A4C-BC72769169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972" y="1578724"/>
            <a:ext cx="7416799" cy="49838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3A561C3-21AD-A620-9B4E-50DF2369D2AC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59" t="23632" r="23756" b="23087"/>
          <a:stretch>
            <a:fillRect/>
          </a:stretch>
        </p:blipFill>
        <p:spPr>
          <a:xfrm>
            <a:off x="588057" y="2987857"/>
            <a:ext cx="414020" cy="41783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01F8F40-B08E-50FD-DD8E-D5EECF0D964B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29712" y="3005002"/>
            <a:ext cx="386080" cy="3860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1E96885-167E-4502-7805-2A52515EF004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44062" y="3017067"/>
            <a:ext cx="367665" cy="367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C4E90AF-BE07-EE48-C356-EA9706B6F0A1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6347" y="3013257"/>
            <a:ext cx="368935" cy="36893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576A947-2E3D-9105-92CF-917635732BCE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66" t="25107" r="24560" b="24831"/>
          <a:stretch>
            <a:fillRect/>
          </a:stretch>
        </p:blipFill>
        <p:spPr>
          <a:xfrm>
            <a:off x="2653712" y="3011352"/>
            <a:ext cx="382905" cy="37719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2B5EA2F-9F56-3899-48CA-CCEF4C039F29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1" t="5302" r="6174" b="6544"/>
          <a:stretch>
            <a:fillRect/>
          </a:stretch>
        </p:blipFill>
        <p:spPr>
          <a:xfrm>
            <a:off x="3175047" y="2987857"/>
            <a:ext cx="400050" cy="4006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F4DDCEE-9A3E-C75F-6806-2F2E0932868F}"/>
              </a:ext>
            </a:extLst>
          </p:cNvPr>
          <p:cNvSpPr txBox="1"/>
          <p:nvPr userDrawn="1"/>
        </p:nvSpPr>
        <p:spPr>
          <a:xfrm>
            <a:off x="820148" y="3702668"/>
            <a:ext cx="2945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  <a:latin typeface="Source Han Sans CN Medium" panose="020B0300000000000000" charset="-122"/>
                <a:ea typeface="Source Han Sans CN Medium" panose="020B0300000000000000" charset="-122"/>
              </a:rPr>
              <a:t>@SHANGHAI JIAO TONG UNIVERSITY</a:t>
            </a:r>
          </a:p>
        </p:txBody>
      </p:sp>
      <p:grpSp>
        <p:nvGrpSpPr>
          <p:cNvPr id="17" name="Google Shape;5767;p77">
            <a:extLst>
              <a:ext uri="{FF2B5EF4-FFF2-40B4-BE49-F238E27FC236}">
                <a16:creationId xmlns:a16="http://schemas.microsoft.com/office/drawing/2014/main" id="{2FD721B6-3551-B531-415F-AE250256BFDE}"/>
              </a:ext>
            </a:extLst>
          </p:cNvPr>
          <p:cNvGrpSpPr/>
          <p:nvPr userDrawn="1"/>
        </p:nvGrpSpPr>
        <p:grpSpPr>
          <a:xfrm>
            <a:off x="619805" y="3745297"/>
            <a:ext cx="226695" cy="225425"/>
            <a:chOff x="-37385100" y="3949908"/>
            <a:chExt cx="321350" cy="318225"/>
          </a:xfrm>
          <a:solidFill>
            <a:schemeClr val="bg1"/>
          </a:solidFill>
        </p:grpSpPr>
        <p:sp>
          <p:nvSpPr>
            <p:cNvPr id="18" name="Google Shape;5768;p77">
              <a:extLst>
                <a:ext uri="{FF2B5EF4-FFF2-40B4-BE49-F238E27FC236}">
                  <a16:creationId xmlns:a16="http://schemas.microsoft.com/office/drawing/2014/main" id="{3EE3BC2F-6055-0153-662C-FF3350992D68}"/>
                </a:ext>
              </a:extLst>
            </p:cNvPr>
            <p:cNvSpPr/>
            <p:nvPr/>
          </p:nvSpPr>
          <p:spPr>
            <a:xfrm>
              <a:off x="-37190575" y="4145233"/>
              <a:ext cx="126825" cy="122900"/>
            </a:xfrm>
            <a:custGeom>
              <a:avLst/>
              <a:gdLst/>
              <a:ahLst/>
              <a:cxnLst/>
              <a:rect l="l" t="t" r="r" b="b"/>
              <a:pathLst>
                <a:path w="5073" h="4916" extrusionOk="0">
                  <a:moveTo>
                    <a:pt x="2238" y="1"/>
                  </a:moveTo>
                  <a:cubicBezTo>
                    <a:pt x="1986" y="442"/>
                    <a:pt x="1671" y="820"/>
                    <a:pt x="1324" y="1229"/>
                  </a:cubicBezTo>
                  <a:cubicBezTo>
                    <a:pt x="946" y="1671"/>
                    <a:pt x="473" y="1986"/>
                    <a:pt x="1" y="2238"/>
                  </a:cubicBezTo>
                  <a:lnTo>
                    <a:pt x="2206" y="4443"/>
                  </a:lnTo>
                  <a:cubicBezTo>
                    <a:pt x="2521" y="4758"/>
                    <a:pt x="2923" y="4916"/>
                    <a:pt x="3325" y="4916"/>
                  </a:cubicBezTo>
                  <a:cubicBezTo>
                    <a:pt x="3726" y="4916"/>
                    <a:pt x="4128" y="4758"/>
                    <a:pt x="4443" y="4443"/>
                  </a:cubicBezTo>
                  <a:cubicBezTo>
                    <a:pt x="5073" y="3813"/>
                    <a:pt x="5073" y="2836"/>
                    <a:pt x="4443" y="2206"/>
                  </a:cubicBezTo>
                  <a:lnTo>
                    <a:pt x="223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19" name="Google Shape;5769;p77">
              <a:extLst>
                <a:ext uri="{FF2B5EF4-FFF2-40B4-BE49-F238E27FC236}">
                  <a16:creationId xmlns:a16="http://schemas.microsoft.com/office/drawing/2014/main" id="{A2BDCC3D-88AC-C28B-23FC-844FBE38918C}"/>
                </a:ext>
              </a:extLst>
            </p:cNvPr>
            <p:cNvSpPr/>
            <p:nvPr/>
          </p:nvSpPr>
          <p:spPr>
            <a:xfrm>
              <a:off x="-37385100" y="3949908"/>
              <a:ext cx="248125" cy="248950"/>
            </a:xfrm>
            <a:custGeom>
              <a:avLst/>
              <a:gdLst/>
              <a:ahLst/>
              <a:cxnLst/>
              <a:rect l="l" t="t" r="r" b="b"/>
              <a:pathLst>
                <a:path w="9925" h="9958" extrusionOk="0">
                  <a:moveTo>
                    <a:pt x="4978" y="1702"/>
                  </a:moveTo>
                  <a:cubicBezTo>
                    <a:pt x="6774" y="1702"/>
                    <a:pt x="8286" y="3214"/>
                    <a:pt x="8286" y="5010"/>
                  </a:cubicBezTo>
                  <a:cubicBezTo>
                    <a:pt x="8254" y="5892"/>
                    <a:pt x="7939" y="6711"/>
                    <a:pt x="7341" y="7310"/>
                  </a:cubicBezTo>
                  <a:cubicBezTo>
                    <a:pt x="6742" y="7908"/>
                    <a:pt x="5923" y="8318"/>
                    <a:pt x="4978" y="8318"/>
                  </a:cubicBezTo>
                  <a:cubicBezTo>
                    <a:pt x="3151" y="8318"/>
                    <a:pt x="1670" y="6837"/>
                    <a:pt x="1670" y="5010"/>
                  </a:cubicBezTo>
                  <a:cubicBezTo>
                    <a:pt x="1670" y="3214"/>
                    <a:pt x="3151" y="1702"/>
                    <a:pt x="4978" y="1702"/>
                  </a:cubicBezTo>
                  <a:close/>
                  <a:moveTo>
                    <a:pt x="4978" y="1"/>
                  </a:moveTo>
                  <a:cubicBezTo>
                    <a:pt x="2268" y="1"/>
                    <a:pt x="0" y="2269"/>
                    <a:pt x="0" y="4978"/>
                  </a:cubicBezTo>
                  <a:cubicBezTo>
                    <a:pt x="0" y="7688"/>
                    <a:pt x="2268" y="9956"/>
                    <a:pt x="4978" y="9956"/>
                  </a:cubicBezTo>
                  <a:cubicBezTo>
                    <a:pt x="5013" y="9957"/>
                    <a:pt x="5048" y="9957"/>
                    <a:pt x="5083" y="9957"/>
                  </a:cubicBezTo>
                  <a:cubicBezTo>
                    <a:pt x="6367" y="9957"/>
                    <a:pt x="7586" y="9395"/>
                    <a:pt x="8506" y="8444"/>
                  </a:cubicBezTo>
                  <a:cubicBezTo>
                    <a:pt x="9420" y="7499"/>
                    <a:pt x="9924" y="6270"/>
                    <a:pt x="9924" y="4978"/>
                  </a:cubicBezTo>
                  <a:cubicBezTo>
                    <a:pt x="9924" y="2269"/>
                    <a:pt x="7687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</p:grpSp>
      <p:sp>
        <p:nvSpPr>
          <p:cNvPr id="20" name="圆角矩形 13">
            <a:extLst>
              <a:ext uri="{FF2B5EF4-FFF2-40B4-BE49-F238E27FC236}">
                <a16:creationId xmlns:a16="http://schemas.microsoft.com/office/drawing/2014/main" id="{3346CF93-07CA-D209-A453-05E51CF5D78F}"/>
              </a:ext>
            </a:extLst>
          </p:cNvPr>
          <p:cNvSpPr/>
          <p:nvPr userDrawn="1"/>
        </p:nvSpPr>
        <p:spPr>
          <a:xfrm>
            <a:off x="500289" y="3573690"/>
            <a:ext cx="3176361" cy="498385"/>
          </a:xfrm>
          <a:prstGeom prst="roundRect">
            <a:avLst/>
          </a:prstGeom>
          <a:ln>
            <a:solidFill>
              <a:srgbClr val="FAFAFA">
                <a:alpha val="44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编组 4">
            <a:extLst>
              <a:ext uri="{FF2B5EF4-FFF2-40B4-BE49-F238E27FC236}">
                <a16:creationId xmlns:a16="http://schemas.microsoft.com/office/drawing/2014/main" id="{2828150E-E44E-1F27-C83E-499280310D23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 b="33302"/>
          <a:stretch>
            <a:fillRect/>
          </a:stretch>
        </p:blipFill>
        <p:spPr>
          <a:xfrm>
            <a:off x="522129" y="5973090"/>
            <a:ext cx="2548111" cy="350353"/>
          </a:xfrm>
          <a:prstGeom prst="rect">
            <a:avLst/>
          </a:prstGeom>
        </p:spPr>
      </p:pic>
      <p:pic>
        <p:nvPicPr>
          <p:cNvPr id="21" name="图片 20" descr="图片1">
            <a:extLst>
              <a:ext uri="{FF2B5EF4-FFF2-40B4-BE49-F238E27FC236}">
                <a16:creationId xmlns:a16="http://schemas.microsoft.com/office/drawing/2014/main" id="{932768F4-571E-830F-7560-BFB9CFAEB4B5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rcRect r="26700"/>
          <a:stretch>
            <a:fillRect/>
          </a:stretch>
        </p:blipFill>
        <p:spPr>
          <a:xfrm>
            <a:off x="440055" y="6228223"/>
            <a:ext cx="2633345" cy="29980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2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04" userDrawn="1">
          <p15:clr>
            <a:srgbClr val="F26B43"/>
          </p15:clr>
        </p15:guide>
        <p15:guide id="4" pos="7368" userDrawn="1">
          <p15:clr>
            <a:srgbClr val="F26B43"/>
          </p15:clr>
        </p15:guide>
        <p15:guide id="5" orient="horz" pos="560" userDrawn="1">
          <p15:clr>
            <a:srgbClr val="F26B43"/>
          </p15:clr>
        </p15:guide>
        <p15:guide id="6" orient="horz" pos="624" userDrawn="1">
          <p15:clr>
            <a:srgbClr val="F26B43"/>
          </p15:clr>
        </p15:guide>
        <p15:guide id="7" orient="horz" pos="4056" userDrawn="1">
          <p15:clr>
            <a:srgbClr val="F26B43"/>
          </p15:clr>
        </p15:guide>
        <p15:guide id="8" orient="horz" pos="39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560B2-6433-A5C1-4974-546F82FCC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641032A0-7803-9EEB-4538-03B86C42FC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这里有个大标题</a:t>
            </a: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DC3193DB-18A0-B252-8788-DB04F38BC9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这里有个小标题</a:t>
            </a:r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697448B7-4860-4754-FF8D-F3483F190E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这里是汇报人</a:t>
            </a:r>
          </a:p>
        </p:txBody>
      </p:sp>
    </p:spTree>
    <p:extLst>
      <p:ext uri="{BB962C8B-B14F-4D97-AF65-F5344CB8AC3E}">
        <p14:creationId xmlns:p14="http://schemas.microsoft.com/office/powerpoint/2010/main" val="739852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079CA33A-D9CF-01BC-6F61-E333D693FE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这里有个小标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04802679-A250-C83A-8A14-02A65ACE34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这里有个小标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715E1273-C6BA-9D25-BF8D-9D32C43C91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这里有个小标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2DBB0FA6-C4BB-49B2-0152-333B3BFCE7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这里有个小标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1FD9B4-48C3-336E-A664-918F0056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B458-5B41-44F1-8686-4D81FE9079A7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3657F4-152E-4E06-9438-ACC15BBD78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过渡页有一个长标题</a:t>
            </a:r>
          </a:p>
        </p:txBody>
      </p:sp>
    </p:spTree>
    <p:extLst>
      <p:ext uri="{BB962C8B-B14F-4D97-AF65-F5344CB8AC3E}">
        <p14:creationId xmlns:p14="http://schemas.microsoft.com/office/powerpoint/2010/main" val="3587548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830E1-2C58-5C9A-D198-E8EB25F3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EDECDDD-D984-FD77-272F-77E4EA575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42" y="6480536"/>
            <a:ext cx="667657" cy="365125"/>
          </a:xfrm>
        </p:spPr>
        <p:txBody>
          <a:bodyPr/>
          <a:lstStyle/>
          <a:p>
            <a:fld id="{EFC2B458-5B41-44F1-8686-4D81FE9079A7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31" name="文本占位符 30">
            <a:extLst>
              <a:ext uri="{FF2B5EF4-FFF2-40B4-BE49-F238E27FC236}">
                <a16:creationId xmlns:a16="http://schemas.microsoft.com/office/drawing/2014/main" id="{8BA11D57-3232-3144-AA26-CD1E1435A4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2" name="内容占位符 31">
            <a:extLst>
              <a:ext uri="{FF2B5EF4-FFF2-40B4-BE49-F238E27FC236}">
                <a16:creationId xmlns:a16="http://schemas.microsoft.com/office/drawing/2014/main" id="{21F3F728-B17F-19CC-06D9-26A7BE9B61E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9" name="iṣ1îḓe">
            <a:extLst>
              <a:ext uri="{FF2B5EF4-FFF2-40B4-BE49-F238E27FC236}">
                <a16:creationId xmlns:a16="http://schemas.microsoft.com/office/drawing/2014/main" id="{1E076FC1-B93F-D82B-9394-800E914269C8}"/>
              </a:ext>
            </a:extLst>
          </p:cNvPr>
          <p:cNvSpPr/>
          <p:nvPr/>
        </p:nvSpPr>
        <p:spPr>
          <a:xfrm>
            <a:off x="7964673" y="1725004"/>
            <a:ext cx="168082" cy="178001"/>
          </a:xfrm>
          <a:custGeom>
            <a:avLst/>
            <a:gdLst>
              <a:gd name="connsiteX0" fmla="*/ 435703 w 572779"/>
              <a:gd name="connsiteY0" fmla="*/ 160183 h 606580"/>
              <a:gd name="connsiteX1" fmla="*/ 479697 w 572779"/>
              <a:gd name="connsiteY1" fmla="*/ 160183 h 606580"/>
              <a:gd name="connsiteX2" fmla="*/ 479581 w 572779"/>
              <a:gd name="connsiteY2" fmla="*/ 160472 h 606580"/>
              <a:gd name="connsiteX3" fmla="*/ 479812 w 572779"/>
              <a:gd name="connsiteY3" fmla="*/ 160472 h 606580"/>
              <a:gd name="connsiteX4" fmla="*/ 478713 w 572779"/>
              <a:gd name="connsiteY4" fmla="*/ 162726 h 606580"/>
              <a:gd name="connsiteX5" fmla="*/ 469682 w 572779"/>
              <a:gd name="connsiteY5" fmla="*/ 187227 h 606580"/>
              <a:gd name="connsiteX6" fmla="*/ 474776 w 572779"/>
              <a:gd name="connsiteY6" fmla="*/ 242470 h 606580"/>
              <a:gd name="connsiteX7" fmla="*/ 494284 w 572779"/>
              <a:gd name="connsiteY7" fmla="*/ 242470 h 606580"/>
              <a:gd name="connsiteX8" fmla="*/ 510840 w 572779"/>
              <a:gd name="connsiteY8" fmla="*/ 160183 h 606580"/>
              <a:gd name="connsiteX9" fmla="*/ 527338 w 572779"/>
              <a:gd name="connsiteY9" fmla="*/ 160183 h 606580"/>
              <a:gd name="connsiteX10" fmla="*/ 572779 w 572779"/>
              <a:gd name="connsiteY10" fmla="*/ 205430 h 606580"/>
              <a:gd name="connsiteX11" fmla="*/ 572779 w 572779"/>
              <a:gd name="connsiteY11" fmla="*/ 337413 h 606580"/>
              <a:gd name="connsiteX12" fmla="*/ 527396 w 572779"/>
              <a:gd name="connsiteY12" fmla="*/ 382717 h 606580"/>
              <a:gd name="connsiteX13" fmla="*/ 521607 w 572779"/>
              <a:gd name="connsiteY13" fmla="*/ 382717 h 606580"/>
              <a:gd name="connsiteX14" fmla="*/ 521607 w 572779"/>
              <a:gd name="connsiteY14" fmla="*/ 574624 h 606580"/>
              <a:gd name="connsiteX15" fmla="*/ 489595 w 572779"/>
              <a:gd name="connsiteY15" fmla="*/ 606580 h 606580"/>
              <a:gd name="connsiteX16" fmla="*/ 457815 w 572779"/>
              <a:gd name="connsiteY16" fmla="*/ 578149 h 606580"/>
              <a:gd name="connsiteX17" fmla="*/ 425978 w 572779"/>
              <a:gd name="connsiteY17" fmla="*/ 606580 h 606580"/>
              <a:gd name="connsiteX18" fmla="*/ 393966 w 572779"/>
              <a:gd name="connsiteY18" fmla="*/ 574624 h 606580"/>
              <a:gd name="connsiteX19" fmla="*/ 393966 w 572779"/>
              <a:gd name="connsiteY19" fmla="*/ 392541 h 606580"/>
              <a:gd name="connsiteX20" fmla="*/ 422967 w 572779"/>
              <a:gd name="connsiteY20" fmla="*/ 337528 h 606580"/>
              <a:gd name="connsiteX21" fmla="*/ 422967 w 572779"/>
              <a:gd name="connsiteY21" fmla="*/ 242528 h 606580"/>
              <a:gd name="connsiteX22" fmla="*/ 440739 w 572779"/>
              <a:gd name="connsiteY22" fmla="*/ 242528 h 606580"/>
              <a:gd name="connsiteX23" fmla="*/ 445833 w 572779"/>
              <a:gd name="connsiteY23" fmla="*/ 186996 h 606580"/>
              <a:gd name="connsiteX24" fmla="*/ 445196 w 572779"/>
              <a:gd name="connsiteY24" fmla="*/ 183991 h 606580"/>
              <a:gd name="connsiteX25" fmla="*/ 436860 w 572779"/>
              <a:gd name="connsiteY25" fmla="*/ 162726 h 606580"/>
              <a:gd name="connsiteX26" fmla="*/ 435818 w 572779"/>
              <a:gd name="connsiteY26" fmla="*/ 160472 h 606580"/>
              <a:gd name="connsiteX27" fmla="*/ 435876 w 572779"/>
              <a:gd name="connsiteY27" fmla="*/ 160472 h 606580"/>
              <a:gd name="connsiteX28" fmla="*/ 435703 w 572779"/>
              <a:gd name="connsiteY28" fmla="*/ 160183 h 606580"/>
              <a:gd name="connsiteX29" fmla="*/ 264349 w 572779"/>
              <a:gd name="connsiteY29" fmla="*/ 160183 h 606580"/>
              <a:gd name="connsiteX30" fmla="*/ 308327 w 572779"/>
              <a:gd name="connsiteY30" fmla="*/ 160183 h 606580"/>
              <a:gd name="connsiteX31" fmla="*/ 308154 w 572779"/>
              <a:gd name="connsiteY31" fmla="*/ 160472 h 606580"/>
              <a:gd name="connsiteX32" fmla="*/ 308385 w 572779"/>
              <a:gd name="connsiteY32" fmla="*/ 160472 h 606580"/>
              <a:gd name="connsiteX33" fmla="*/ 307344 w 572779"/>
              <a:gd name="connsiteY33" fmla="*/ 162726 h 606580"/>
              <a:gd name="connsiteX34" fmla="*/ 298316 w 572779"/>
              <a:gd name="connsiteY34" fmla="*/ 187227 h 606580"/>
              <a:gd name="connsiteX35" fmla="*/ 303409 w 572779"/>
              <a:gd name="connsiteY35" fmla="*/ 242470 h 606580"/>
              <a:gd name="connsiteX36" fmla="*/ 322910 w 572779"/>
              <a:gd name="connsiteY36" fmla="*/ 242470 h 606580"/>
              <a:gd name="connsiteX37" fmla="*/ 339401 w 572779"/>
              <a:gd name="connsiteY37" fmla="*/ 160183 h 606580"/>
              <a:gd name="connsiteX38" fmla="*/ 355951 w 572779"/>
              <a:gd name="connsiteY38" fmla="*/ 160183 h 606580"/>
              <a:gd name="connsiteX39" fmla="*/ 401376 w 572779"/>
              <a:gd name="connsiteY39" fmla="*/ 205430 h 606580"/>
              <a:gd name="connsiteX40" fmla="*/ 401376 w 572779"/>
              <a:gd name="connsiteY40" fmla="*/ 337413 h 606580"/>
              <a:gd name="connsiteX41" fmla="*/ 356009 w 572779"/>
              <a:gd name="connsiteY41" fmla="*/ 382717 h 606580"/>
              <a:gd name="connsiteX42" fmla="*/ 350222 w 572779"/>
              <a:gd name="connsiteY42" fmla="*/ 382717 h 606580"/>
              <a:gd name="connsiteX43" fmla="*/ 350222 w 572779"/>
              <a:gd name="connsiteY43" fmla="*/ 574624 h 606580"/>
              <a:gd name="connsiteX44" fmla="*/ 318222 w 572779"/>
              <a:gd name="connsiteY44" fmla="*/ 606580 h 606580"/>
              <a:gd name="connsiteX45" fmla="*/ 286396 w 572779"/>
              <a:gd name="connsiteY45" fmla="*/ 578149 h 606580"/>
              <a:gd name="connsiteX46" fmla="*/ 254628 w 572779"/>
              <a:gd name="connsiteY46" fmla="*/ 606580 h 606580"/>
              <a:gd name="connsiteX47" fmla="*/ 222628 w 572779"/>
              <a:gd name="connsiteY47" fmla="*/ 574624 h 606580"/>
              <a:gd name="connsiteX48" fmla="*/ 222628 w 572779"/>
              <a:gd name="connsiteY48" fmla="*/ 382833 h 606580"/>
              <a:gd name="connsiteX49" fmla="*/ 216841 w 572779"/>
              <a:gd name="connsiteY49" fmla="*/ 382833 h 606580"/>
              <a:gd name="connsiteX50" fmla="*/ 171474 w 572779"/>
              <a:gd name="connsiteY50" fmla="*/ 337528 h 606580"/>
              <a:gd name="connsiteX51" fmla="*/ 171474 w 572779"/>
              <a:gd name="connsiteY51" fmla="*/ 205545 h 606580"/>
              <a:gd name="connsiteX52" fmla="*/ 216841 w 572779"/>
              <a:gd name="connsiteY52" fmla="*/ 160241 h 606580"/>
              <a:gd name="connsiteX53" fmla="*/ 233333 w 572779"/>
              <a:gd name="connsiteY53" fmla="*/ 160241 h 606580"/>
              <a:gd name="connsiteX54" fmla="*/ 249825 w 572779"/>
              <a:gd name="connsiteY54" fmla="*/ 242528 h 606580"/>
              <a:gd name="connsiteX55" fmla="*/ 269383 w 572779"/>
              <a:gd name="connsiteY55" fmla="*/ 242528 h 606580"/>
              <a:gd name="connsiteX56" fmla="*/ 274476 w 572779"/>
              <a:gd name="connsiteY56" fmla="*/ 186996 h 606580"/>
              <a:gd name="connsiteX57" fmla="*/ 273839 w 572779"/>
              <a:gd name="connsiteY57" fmla="*/ 183991 h 606580"/>
              <a:gd name="connsiteX58" fmla="*/ 265506 w 572779"/>
              <a:gd name="connsiteY58" fmla="*/ 162726 h 606580"/>
              <a:gd name="connsiteX59" fmla="*/ 264407 w 572779"/>
              <a:gd name="connsiteY59" fmla="*/ 160472 h 606580"/>
              <a:gd name="connsiteX60" fmla="*/ 264523 w 572779"/>
              <a:gd name="connsiteY60" fmla="*/ 160472 h 606580"/>
              <a:gd name="connsiteX61" fmla="*/ 264349 w 572779"/>
              <a:gd name="connsiteY61" fmla="*/ 160183 h 606580"/>
              <a:gd name="connsiteX62" fmla="*/ 92987 w 572779"/>
              <a:gd name="connsiteY62" fmla="*/ 160183 h 606580"/>
              <a:gd name="connsiteX63" fmla="*/ 136964 w 572779"/>
              <a:gd name="connsiteY63" fmla="*/ 160183 h 606580"/>
              <a:gd name="connsiteX64" fmla="*/ 136791 w 572779"/>
              <a:gd name="connsiteY64" fmla="*/ 160472 h 606580"/>
              <a:gd name="connsiteX65" fmla="*/ 137022 w 572779"/>
              <a:gd name="connsiteY65" fmla="*/ 160472 h 606580"/>
              <a:gd name="connsiteX66" fmla="*/ 135923 w 572779"/>
              <a:gd name="connsiteY66" fmla="*/ 162726 h 606580"/>
              <a:gd name="connsiteX67" fmla="*/ 126896 w 572779"/>
              <a:gd name="connsiteY67" fmla="*/ 187227 h 606580"/>
              <a:gd name="connsiteX68" fmla="*/ 131988 w 572779"/>
              <a:gd name="connsiteY68" fmla="*/ 242470 h 606580"/>
              <a:gd name="connsiteX69" fmla="*/ 149752 w 572779"/>
              <a:gd name="connsiteY69" fmla="*/ 242470 h 606580"/>
              <a:gd name="connsiteX70" fmla="*/ 149752 w 572779"/>
              <a:gd name="connsiteY70" fmla="*/ 337471 h 606580"/>
              <a:gd name="connsiteX71" fmla="*/ 178742 w 572779"/>
              <a:gd name="connsiteY71" fmla="*/ 392483 h 606580"/>
              <a:gd name="connsiteX72" fmla="*/ 178742 w 572779"/>
              <a:gd name="connsiteY72" fmla="*/ 574624 h 606580"/>
              <a:gd name="connsiteX73" fmla="*/ 146743 w 572779"/>
              <a:gd name="connsiteY73" fmla="*/ 606580 h 606580"/>
              <a:gd name="connsiteX74" fmla="*/ 114976 w 572779"/>
              <a:gd name="connsiteY74" fmla="*/ 578149 h 606580"/>
              <a:gd name="connsiteX75" fmla="*/ 83151 w 572779"/>
              <a:gd name="connsiteY75" fmla="*/ 606580 h 606580"/>
              <a:gd name="connsiteX76" fmla="*/ 51152 w 572779"/>
              <a:gd name="connsiteY76" fmla="*/ 574624 h 606580"/>
              <a:gd name="connsiteX77" fmla="*/ 51152 w 572779"/>
              <a:gd name="connsiteY77" fmla="*/ 382833 h 606580"/>
              <a:gd name="connsiteX78" fmla="*/ 45365 w 572779"/>
              <a:gd name="connsiteY78" fmla="*/ 382833 h 606580"/>
              <a:gd name="connsiteX79" fmla="*/ 0 w 572779"/>
              <a:gd name="connsiteY79" fmla="*/ 337528 h 606580"/>
              <a:gd name="connsiteX80" fmla="*/ 0 w 572779"/>
              <a:gd name="connsiteY80" fmla="*/ 205545 h 606580"/>
              <a:gd name="connsiteX81" fmla="*/ 45365 w 572779"/>
              <a:gd name="connsiteY81" fmla="*/ 160241 h 606580"/>
              <a:gd name="connsiteX82" fmla="*/ 61972 w 572779"/>
              <a:gd name="connsiteY82" fmla="*/ 160241 h 606580"/>
              <a:gd name="connsiteX83" fmla="*/ 78464 w 572779"/>
              <a:gd name="connsiteY83" fmla="*/ 242528 h 606580"/>
              <a:gd name="connsiteX84" fmla="*/ 97964 w 572779"/>
              <a:gd name="connsiteY84" fmla="*/ 242528 h 606580"/>
              <a:gd name="connsiteX85" fmla="*/ 103056 w 572779"/>
              <a:gd name="connsiteY85" fmla="*/ 186996 h 606580"/>
              <a:gd name="connsiteX86" fmla="*/ 102477 w 572779"/>
              <a:gd name="connsiteY86" fmla="*/ 183991 h 606580"/>
              <a:gd name="connsiteX87" fmla="*/ 94145 w 572779"/>
              <a:gd name="connsiteY87" fmla="*/ 162726 h 606580"/>
              <a:gd name="connsiteX88" fmla="*/ 93045 w 572779"/>
              <a:gd name="connsiteY88" fmla="*/ 160472 h 606580"/>
              <a:gd name="connsiteX89" fmla="*/ 93103 w 572779"/>
              <a:gd name="connsiteY89" fmla="*/ 160472 h 606580"/>
              <a:gd name="connsiteX90" fmla="*/ 92987 w 572779"/>
              <a:gd name="connsiteY90" fmla="*/ 160183 h 606580"/>
              <a:gd name="connsiteX91" fmla="*/ 457411 w 572779"/>
              <a:gd name="connsiteY91" fmla="*/ 751 h 606580"/>
              <a:gd name="connsiteX92" fmla="*/ 458047 w 572779"/>
              <a:gd name="connsiteY92" fmla="*/ 751 h 606580"/>
              <a:gd name="connsiteX93" fmla="*/ 521621 w 572779"/>
              <a:gd name="connsiteY93" fmla="*/ 49915 h 606580"/>
              <a:gd name="connsiteX94" fmla="*/ 523761 w 572779"/>
              <a:gd name="connsiteY94" fmla="*/ 66553 h 606580"/>
              <a:gd name="connsiteX95" fmla="*/ 458105 w 572779"/>
              <a:gd name="connsiteY95" fmla="*/ 132124 h 606580"/>
              <a:gd name="connsiteX96" fmla="*/ 457469 w 572779"/>
              <a:gd name="connsiteY96" fmla="*/ 132124 h 606580"/>
              <a:gd name="connsiteX97" fmla="*/ 393895 w 572779"/>
              <a:gd name="connsiteY97" fmla="*/ 82960 h 606580"/>
              <a:gd name="connsiteX98" fmla="*/ 391755 w 572779"/>
              <a:gd name="connsiteY98" fmla="*/ 66322 h 606580"/>
              <a:gd name="connsiteX99" fmla="*/ 457411 w 572779"/>
              <a:gd name="connsiteY99" fmla="*/ 751 h 606580"/>
              <a:gd name="connsiteX100" fmla="*/ 285868 w 572779"/>
              <a:gd name="connsiteY100" fmla="*/ 751 h 606580"/>
              <a:gd name="connsiteX101" fmla="*/ 286621 w 572779"/>
              <a:gd name="connsiteY101" fmla="*/ 751 h 606580"/>
              <a:gd name="connsiteX102" fmla="*/ 350227 w 572779"/>
              <a:gd name="connsiteY102" fmla="*/ 49915 h 606580"/>
              <a:gd name="connsiteX103" fmla="*/ 352369 w 572779"/>
              <a:gd name="connsiteY103" fmla="*/ 66553 h 606580"/>
              <a:gd name="connsiteX104" fmla="*/ 286736 w 572779"/>
              <a:gd name="connsiteY104" fmla="*/ 132124 h 606580"/>
              <a:gd name="connsiteX105" fmla="*/ 286100 w 572779"/>
              <a:gd name="connsiteY105" fmla="*/ 132124 h 606580"/>
              <a:gd name="connsiteX106" fmla="*/ 222493 w 572779"/>
              <a:gd name="connsiteY106" fmla="*/ 82845 h 606580"/>
              <a:gd name="connsiteX107" fmla="*/ 220351 w 572779"/>
              <a:gd name="connsiteY107" fmla="*/ 66264 h 606580"/>
              <a:gd name="connsiteX108" fmla="*/ 285868 w 572779"/>
              <a:gd name="connsiteY108" fmla="*/ 751 h 606580"/>
              <a:gd name="connsiteX109" fmla="*/ 114639 w 572779"/>
              <a:gd name="connsiteY109" fmla="*/ 751 h 606580"/>
              <a:gd name="connsiteX110" fmla="*/ 115275 w 572779"/>
              <a:gd name="connsiteY110" fmla="*/ 751 h 606580"/>
              <a:gd name="connsiteX111" fmla="*/ 178882 w 572779"/>
              <a:gd name="connsiteY111" fmla="*/ 49915 h 606580"/>
              <a:gd name="connsiteX112" fmla="*/ 181024 w 572779"/>
              <a:gd name="connsiteY112" fmla="*/ 66553 h 606580"/>
              <a:gd name="connsiteX113" fmla="*/ 115333 w 572779"/>
              <a:gd name="connsiteY113" fmla="*/ 132124 h 606580"/>
              <a:gd name="connsiteX114" fmla="*/ 114754 w 572779"/>
              <a:gd name="connsiteY114" fmla="*/ 132124 h 606580"/>
              <a:gd name="connsiteX115" fmla="*/ 51148 w 572779"/>
              <a:gd name="connsiteY115" fmla="*/ 82960 h 606580"/>
              <a:gd name="connsiteX116" fmla="*/ 49006 w 572779"/>
              <a:gd name="connsiteY116" fmla="*/ 66322 h 606580"/>
              <a:gd name="connsiteX117" fmla="*/ 114639 w 572779"/>
              <a:gd name="connsiteY117" fmla="*/ 751 h 606580"/>
              <a:gd name="connsiteX118" fmla="*/ 457410 w 572779"/>
              <a:gd name="connsiteY118" fmla="*/ 423 h 606580"/>
              <a:gd name="connsiteX119" fmla="*/ 391355 w 572779"/>
              <a:gd name="connsiteY119" fmla="*/ 66356 h 606580"/>
              <a:gd name="connsiteX120" fmla="*/ 393497 w 572779"/>
              <a:gd name="connsiteY120" fmla="*/ 83056 h 606580"/>
              <a:gd name="connsiteX121" fmla="*/ 457468 w 572779"/>
              <a:gd name="connsiteY121" fmla="*/ 132521 h 606580"/>
              <a:gd name="connsiteX122" fmla="*/ 457815 w 572779"/>
              <a:gd name="connsiteY122" fmla="*/ 132521 h 606580"/>
              <a:gd name="connsiteX123" fmla="*/ 458104 w 572779"/>
              <a:gd name="connsiteY123" fmla="*/ 132521 h 606580"/>
              <a:gd name="connsiteX124" fmla="*/ 524159 w 572779"/>
              <a:gd name="connsiteY124" fmla="*/ 66587 h 606580"/>
              <a:gd name="connsiteX125" fmla="*/ 522017 w 572779"/>
              <a:gd name="connsiteY125" fmla="*/ 49887 h 606580"/>
              <a:gd name="connsiteX126" fmla="*/ 458046 w 572779"/>
              <a:gd name="connsiteY126" fmla="*/ 423 h 606580"/>
              <a:gd name="connsiteX127" fmla="*/ 457699 w 572779"/>
              <a:gd name="connsiteY127" fmla="*/ 423 h 606580"/>
              <a:gd name="connsiteX128" fmla="*/ 114646 w 572779"/>
              <a:gd name="connsiteY128" fmla="*/ 423 h 606580"/>
              <a:gd name="connsiteX129" fmla="*/ 48620 w 572779"/>
              <a:gd name="connsiteY129" fmla="*/ 66356 h 606580"/>
              <a:gd name="connsiteX130" fmla="*/ 50761 w 572779"/>
              <a:gd name="connsiteY130" fmla="*/ 83056 h 606580"/>
              <a:gd name="connsiteX131" fmla="*/ 114762 w 572779"/>
              <a:gd name="connsiteY131" fmla="*/ 132521 h 606580"/>
              <a:gd name="connsiteX132" fmla="*/ 115051 w 572779"/>
              <a:gd name="connsiteY132" fmla="*/ 132521 h 606580"/>
              <a:gd name="connsiteX133" fmla="*/ 115340 w 572779"/>
              <a:gd name="connsiteY133" fmla="*/ 132521 h 606580"/>
              <a:gd name="connsiteX134" fmla="*/ 181424 w 572779"/>
              <a:gd name="connsiteY134" fmla="*/ 66587 h 606580"/>
              <a:gd name="connsiteX135" fmla="*/ 179225 w 572779"/>
              <a:gd name="connsiteY135" fmla="*/ 49887 h 606580"/>
              <a:gd name="connsiteX136" fmla="*/ 115282 w 572779"/>
              <a:gd name="connsiteY136" fmla="*/ 423 h 606580"/>
              <a:gd name="connsiteX137" fmla="*/ 114993 w 572779"/>
              <a:gd name="connsiteY137" fmla="*/ 423 h 606580"/>
              <a:gd name="connsiteX138" fmla="*/ 286036 w 572779"/>
              <a:gd name="connsiteY138" fmla="*/ 397 h 606580"/>
              <a:gd name="connsiteX139" fmla="*/ 219952 w 572779"/>
              <a:gd name="connsiteY139" fmla="*/ 66286 h 606580"/>
              <a:gd name="connsiteX140" fmla="*/ 222151 w 572779"/>
              <a:gd name="connsiteY140" fmla="*/ 82990 h 606580"/>
              <a:gd name="connsiteX141" fmla="*/ 286094 w 572779"/>
              <a:gd name="connsiteY141" fmla="*/ 132522 h 606580"/>
              <a:gd name="connsiteX142" fmla="*/ 286383 w 572779"/>
              <a:gd name="connsiteY142" fmla="*/ 132522 h 606580"/>
              <a:gd name="connsiteX143" fmla="*/ 286730 w 572779"/>
              <a:gd name="connsiteY143" fmla="*/ 132522 h 606580"/>
              <a:gd name="connsiteX144" fmla="*/ 352756 w 572779"/>
              <a:gd name="connsiteY144" fmla="*/ 66575 h 606580"/>
              <a:gd name="connsiteX145" fmla="*/ 350615 w 572779"/>
              <a:gd name="connsiteY145" fmla="*/ 49872 h 606580"/>
              <a:gd name="connsiteX146" fmla="*/ 286614 w 572779"/>
              <a:gd name="connsiteY146" fmla="*/ 397 h 606580"/>
              <a:gd name="connsiteX147" fmla="*/ 286325 w 572779"/>
              <a:gd name="connsiteY147" fmla="*/ 397 h 606580"/>
              <a:gd name="connsiteX148" fmla="*/ 457411 w 572779"/>
              <a:gd name="connsiteY148" fmla="*/ 0 h 606580"/>
              <a:gd name="connsiteX149" fmla="*/ 458047 w 572779"/>
              <a:gd name="connsiteY149" fmla="*/ 0 h 606580"/>
              <a:gd name="connsiteX150" fmla="*/ 522315 w 572779"/>
              <a:gd name="connsiteY150" fmla="*/ 49741 h 606580"/>
              <a:gd name="connsiteX151" fmla="*/ 524513 w 572779"/>
              <a:gd name="connsiteY151" fmla="*/ 66553 h 606580"/>
              <a:gd name="connsiteX152" fmla="*/ 458105 w 572779"/>
              <a:gd name="connsiteY152" fmla="*/ 132875 h 606580"/>
              <a:gd name="connsiteX153" fmla="*/ 457469 w 572779"/>
              <a:gd name="connsiteY153" fmla="*/ 132875 h 606580"/>
              <a:gd name="connsiteX154" fmla="*/ 393201 w 572779"/>
              <a:gd name="connsiteY154" fmla="*/ 83133 h 606580"/>
              <a:gd name="connsiteX155" fmla="*/ 391003 w 572779"/>
              <a:gd name="connsiteY155" fmla="*/ 66322 h 606580"/>
              <a:gd name="connsiteX156" fmla="*/ 457411 w 572779"/>
              <a:gd name="connsiteY156" fmla="*/ 0 h 606580"/>
              <a:gd name="connsiteX157" fmla="*/ 285868 w 572779"/>
              <a:gd name="connsiteY157" fmla="*/ 0 h 606580"/>
              <a:gd name="connsiteX158" fmla="*/ 286621 w 572779"/>
              <a:gd name="connsiteY158" fmla="*/ 0 h 606580"/>
              <a:gd name="connsiteX159" fmla="*/ 350980 w 572779"/>
              <a:gd name="connsiteY159" fmla="*/ 49741 h 606580"/>
              <a:gd name="connsiteX160" fmla="*/ 353179 w 572779"/>
              <a:gd name="connsiteY160" fmla="*/ 66553 h 606580"/>
              <a:gd name="connsiteX161" fmla="*/ 286736 w 572779"/>
              <a:gd name="connsiteY161" fmla="*/ 132875 h 606580"/>
              <a:gd name="connsiteX162" fmla="*/ 286100 w 572779"/>
              <a:gd name="connsiteY162" fmla="*/ 132875 h 606580"/>
              <a:gd name="connsiteX163" fmla="*/ 221740 w 572779"/>
              <a:gd name="connsiteY163" fmla="*/ 83076 h 606580"/>
              <a:gd name="connsiteX164" fmla="*/ 219599 w 572779"/>
              <a:gd name="connsiteY164" fmla="*/ 66264 h 606580"/>
              <a:gd name="connsiteX165" fmla="*/ 285868 w 572779"/>
              <a:gd name="connsiteY165" fmla="*/ 0 h 606580"/>
              <a:gd name="connsiteX166" fmla="*/ 114639 w 572779"/>
              <a:gd name="connsiteY166" fmla="*/ 0 h 606580"/>
              <a:gd name="connsiteX167" fmla="*/ 115275 w 572779"/>
              <a:gd name="connsiteY167" fmla="*/ 0 h 606580"/>
              <a:gd name="connsiteX168" fmla="*/ 179635 w 572779"/>
              <a:gd name="connsiteY168" fmla="*/ 49741 h 606580"/>
              <a:gd name="connsiteX169" fmla="*/ 181776 w 572779"/>
              <a:gd name="connsiteY169" fmla="*/ 66553 h 606580"/>
              <a:gd name="connsiteX170" fmla="*/ 115333 w 572779"/>
              <a:gd name="connsiteY170" fmla="*/ 132875 h 606580"/>
              <a:gd name="connsiteX171" fmla="*/ 114754 w 572779"/>
              <a:gd name="connsiteY171" fmla="*/ 132875 h 606580"/>
              <a:gd name="connsiteX172" fmla="*/ 50395 w 572779"/>
              <a:gd name="connsiteY172" fmla="*/ 83133 h 606580"/>
              <a:gd name="connsiteX173" fmla="*/ 48196 w 572779"/>
              <a:gd name="connsiteY173" fmla="*/ 66322 h 606580"/>
              <a:gd name="connsiteX174" fmla="*/ 114639 w 572779"/>
              <a:gd name="connsiteY174" fmla="*/ 0 h 6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572779" h="606580">
                <a:moveTo>
                  <a:pt x="435703" y="160183"/>
                </a:moveTo>
                <a:lnTo>
                  <a:pt x="479697" y="160183"/>
                </a:lnTo>
                <a:cubicBezTo>
                  <a:pt x="479639" y="160241"/>
                  <a:pt x="479639" y="160414"/>
                  <a:pt x="479581" y="160472"/>
                </a:cubicBezTo>
                <a:lnTo>
                  <a:pt x="479812" y="160472"/>
                </a:lnTo>
                <a:cubicBezTo>
                  <a:pt x="479407" y="161281"/>
                  <a:pt x="478713" y="162726"/>
                  <a:pt x="478713" y="162726"/>
                </a:cubicBezTo>
                <a:cubicBezTo>
                  <a:pt x="474834" y="170989"/>
                  <a:pt x="471245" y="178848"/>
                  <a:pt x="469682" y="187227"/>
                </a:cubicBezTo>
                <a:lnTo>
                  <a:pt x="474776" y="242470"/>
                </a:lnTo>
                <a:lnTo>
                  <a:pt x="494284" y="242470"/>
                </a:lnTo>
                <a:lnTo>
                  <a:pt x="510840" y="160183"/>
                </a:lnTo>
                <a:lnTo>
                  <a:pt x="527338" y="160183"/>
                </a:lnTo>
                <a:cubicBezTo>
                  <a:pt x="552345" y="160183"/>
                  <a:pt x="572663" y="180466"/>
                  <a:pt x="572779" y="205430"/>
                </a:cubicBezTo>
                <a:lnTo>
                  <a:pt x="572779" y="337413"/>
                </a:lnTo>
                <a:cubicBezTo>
                  <a:pt x="572779" y="362434"/>
                  <a:pt x="552519" y="382717"/>
                  <a:pt x="527396" y="382717"/>
                </a:cubicBezTo>
                <a:lnTo>
                  <a:pt x="521607" y="382717"/>
                </a:lnTo>
                <a:lnTo>
                  <a:pt x="521607" y="574624"/>
                </a:lnTo>
                <a:cubicBezTo>
                  <a:pt x="521607" y="592249"/>
                  <a:pt x="507251" y="606580"/>
                  <a:pt x="489595" y="606580"/>
                </a:cubicBezTo>
                <a:cubicBezTo>
                  <a:pt x="473155" y="606580"/>
                  <a:pt x="459552" y="594098"/>
                  <a:pt x="457815" y="578149"/>
                </a:cubicBezTo>
                <a:cubicBezTo>
                  <a:pt x="456021" y="594214"/>
                  <a:pt x="442417" y="606580"/>
                  <a:pt x="425978" y="606580"/>
                </a:cubicBezTo>
                <a:cubicBezTo>
                  <a:pt x="408322" y="606580"/>
                  <a:pt x="393966" y="592249"/>
                  <a:pt x="393966" y="574624"/>
                </a:cubicBezTo>
                <a:lnTo>
                  <a:pt x="393966" y="392541"/>
                </a:lnTo>
                <a:cubicBezTo>
                  <a:pt x="411506" y="380521"/>
                  <a:pt x="422967" y="360354"/>
                  <a:pt x="422967" y="337528"/>
                </a:cubicBezTo>
                <a:lnTo>
                  <a:pt x="422967" y="242528"/>
                </a:lnTo>
                <a:lnTo>
                  <a:pt x="440739" y="242528"/>
                </a:lnTo>
                <a:lnTo>
                  <a:pt x="445833" y="186996"/>
                </a:lnTo>
                <a:cubicBezTo>
                  <a:pt x="445659" y="186013"/>
                  <a:pt x="445428" y="184973"/>
                  <a:pt x="445196" y="183991"/>
                </a:cubicBezTo>
                <a:cubicBezTo>
                  <a:pt x="443459" y="176768"/>
                  <a:pt x="440276" y="169891"/>
                  <a:pt x="436860" y="162726"/>
                </a:cubicBezTo>
                <a:cubicBezTo>
                  <a:pt x="436860" y="162726"/>
                  <a:pt x="436166" y="161281"/>
                  <a:pt x="435818" y="160472"/>
                </a:cubicBezTo>
                <a:lnTo>
                  <a:pt x="435876" y="160472"/>
                </a:lnTo>
                <a:cubicBezTo>
                  <a:pt x="435818" y="160356"/>
                  <a:pt x="435818" y="160241"/>
                  <a:pt x="435703" y="160183"/>
                </a:cubicBezTo>
                <a:close/>
                <a:moveTo>
                  <a:pt x="264349" y="160183"/>
                </a:moveTo>
                <a:lnTo>
                  <a:pt x="308327" y="160183"/>
                </a:lnTo>
                <a:cubicBezTo>
                  <a:pt x="308269" y="160241"/>
                  <a:pt x="308269" y="160414"/>
                  <a:pt x="308154" y="160472"/>
                </a:cubicBezTo>
                <a:lnTo>
                  <a:pt x="308385" y="160472"/>
                </a:lnTo>
                <a:cubicBezTo>
                  <a:pt x="308038" y="161281"/>
                  <a:pt x="307344" y="162726"/>
                  <a:pt x="307344" y="162726"/>
                </a:cubicBezTo>
                <a:cubicBezTo>
                  <a:pt x="303467" y="170989"/>
                  <a:pt x="299821" y="178848"/>
                  <a:pt x="298316" y="187227"/>
                </a:cubicBezTo>
                <a:lnTo>
                  <a:pt x="303409" y="242470"/>
                </a:lnTo>
                <a:lnTo>
                  <a:pt x="322910" y="242470"/>
                </a:lnTo>
                <a:lnTo>
                  <a:pt x="339401" y="160183"/>
                </a:lnTo>
                <a:lnTo>
                  <a:pt x="355951" y="160183"/>
                </a:lnTo>
                <a:cubicBezTo>
                  <a:pt x="380949" y="160183"/>
                  <a:pt x="401202" y="180466"/>
                  <a:pt x="401376" y="205430"/>
                </a:cubicBezTo>
                <a:lnTo>
                  <a:pt x="401376" y="337413"/>
                </a:lnTo>
                <a:cubicBezTo>
                  <a:pt x="401376" y="362434"/>
                  <a:pt x="381065" y="382717"/>
                  <a:pt x="356009" y="382717"/>
                </a:cubicBezTo>
                <a:lnTo>
                  <a:pt x="350222" y="382717"/>
                </a:lnTo>
                <a:lnTo>
                  <a:pt x="350222" y="574624"/>
                </a:lnTo>
                <a:cubicBezTo>
                  <a:pt x="350222" y="592249"/>
                  <a:pt x="335872" y="606580"/>
                  <a:pt x="318222" y="606580"/>
                </a:cubicBezTo>
                <a:cubicBezTo>
                  <a:pt x="301788" y="606580"/>
                  <a:pt x="288190" y="594098"/>
                  <a:pt x="286396" y="578149"/>
                </a:cubicBezTo>
                <a:cubicBezTo>
                  <a:pt x="284660" y="594214"/>
                  <a:pt x="271062" y="606580"/>
                  <a:pt x="254628" y="606580"/>
                </a:cubicBezTo>
                <a:cubicBezTo>
                  <a:pt x="236978" y="606580"/>
                  <a:pt x="222628" y="592249"/>
                  <a:pt x="222628" y="574624"/>
                </a:cubicBezTo>
                <a:lnTo>
                  <a:pt x="222628" y="382833"/>
                </a:lnTo>
                <a:lnTo>
                  <a:pt x="216841" y="382833"/>
                </a:lnTo>
                <a:cubicBezTo>
                  <a:pt x="191727" y="382833"/>
                  <a:pt x="171474" y="362608"/>
                  <a:pt x="171474" y="337528"/>
                </a:cubicBezTo>
                <a:lnTo>
                  <a:pt x="171474" y="205545"/>
                </a:lnTo>
                <a:cubicBezTo>
                  <a:pt x="171474" y="180524"/>
                  <a:pt x="191727" y="160241"/>
                  <a:pt x="216841" y="160241"/>
                </a:cubicBezTo>
                <a:lnTo>
                  <a:pt x="233333" y="160241"/>
                </a:lnTo>
                <a:lnTo>
                  <a:pt x="249825" y="242528"/>
                </a:lnTo>
                <a:lnTo>
                  <a:pt x="269383" y="242528"/>
                </a:lnTo>
                <a:lnTo>
                  <a:pt x="274476" y="186996"/>
                </a:lnTo>
                <a:cubicBezTo>
                  <a:pt x="274302" y="186013"/>
                  <a:pt x="274071" y="184973"/>
                  <a:pt x="273839" y="183991"/>
                </a:cubicBezTo>
                <a:cubicBezTo>
                  <a:pt x="272045" y="176768"/>
                  <a:pt x="268921" y="169891"/>
                  <a:pt x="265506" y="162726"/>
                </a:cubicBezTo>
                <a:cubicBezTo>
                  <a:pt x="265506" y="162726"/>
                  <a:pt x="264812" y="161281"/>
                  <a:pt x="264407" y="160472"/>
                </a:cubicBezTo>
                <a:lnTo>
                  <a:pt x="264523" y="160472"/>
                </a:lnTo>
                <a:cubicBezTo>
                  <a:pt x="264407" y="160356"/>
                  <a:pt x="264407" y="160241"/>
                  <a:pt x="264349" y="160183"/>
                </a:cubicBezTo>
                <a:close/>
                <a:moveTo>
                  <a:pt x="92987" y="160183"/>
                </a:moveTo>
                <a:lnTo>
                  <a:pt x="136964" y="160183"/>
                </a:lnTo>
                <a:cubicBezTo>
                  <a:pt x="136848" y="160241"/>
                  <a:pt x="136848" y="160414"/>
                  <a:pt x="136791" y="160472"/>
                </a:cubicBezTo>
                <a:lnTo>
                  <a:pt x="137022" y="160472"/>
                </a:lnTo>
                <a:cubicBezTo>
                  <a:pt x="136617" y="161281"/>
                  <a:pt x="135923" y="162726"/>
                  <a:pt x="135923" y="162726"/>
                </a:cubicBezTo>
                <a:cubicBezTo>
                  <a:pt x="132104" y="170989"/>
                  <a:pt x="128458" y="178848"/>
                  <a:pt x="126896" y="187227"/>
                </a:cubicBezTo>
                <a:lnTo>
                  <a:pt x="131988" y="242470"/>
                </a:lnTo>
                <a:lnTo>
                  <a:pt x="149752" y="242470"/>
                </a:lnTo>
                <a:lnTo>
                  <a:pt x="149752" y="337471"/>
                </a:lnTo>
                <a:cubicBezTo>
                  <a:pt x="149752" y="360296"/>
                  <a:pt x="161267" y="380406"/>
                  <a:pt x="178742" y="392483"/>
                </a:cubicBezTo>
                <a:lnTo>
                  <a:pt x="178742" y="574624"/>
                </a:lnTo>
                <a:cubicBezTo>
                  <a:pt x="178742" y="592249"/>
                  <a:pt x="164392" y="606580"/>
                  <a:pt x="146743" y="606580"/>
                </a:cubicBezTo>
                <a:cubicBezTo>
                  <a:pt x="130310" y="606580"/>
                  <a:pt x="116712" y="594098"/>
                  <a:pt x="114976" y="578149"/>
                </a:cubicBezTo>
                <a:cubicBezTo>
                  <a:pt x="113182" y="594214"/>
                  <a:pt x="99584" y="606580"/>
                  <a:pt x="83151" y="606580"/>
                </a:cubicBezTo>
                <a:cubicBezTo>
                  <a:pt x="65502" y="606580"/>
                  <a:pt x="51152" y="592249"/>
                  <a:pt x="51152" y="574624"/>
                </a:cubicBezTo>
                <a:lnTo>
                  <a:pt x="51152" y="382833"/>
                </a:lnTo>
                <a:lnTo>
                  <a:pt x="45365" y="382833"/>
                </a:lnTo>
                <a:cubicBezTo>
                  <a:pt x="20310" y="382833"/>
                  <a:pt x="0" y="362608"/>
                  <a:pt x="0" y="337528"/>
                </a:cubicBezTo>
                <a:lnTo>
                  <a:pt x="0" y="205545"/>
                </a:lnTo>
                <a:cubicBezTo>
                  <a:pt x="0" y="180524"/>
                  <a:pt x="20310" y="160241"/>
                  <a:pt x="45365" y="160241"/>
                </a:cubicBezTo>
                <a:lnTo>
                  <a:pt x="61972" y="160241"/>
                </a:lnTo>
                <a:lnTo>
                  <a:pt x="78464" y="242528"/>
                </a:lnTo>
                <a:lnTo>
                  <a:pt x="97964" y="242528"/>
                </a:lnTo>
                <a:lnTo>
                  <a:pt x="103056" y="186996"/>
                </a:lnTo>
                <a:cubicBezTo>
                  <a:pt x="102940" y="186013"/>
                  <a:pt x="102709" y="184973"/>
                  <a:pt x="102477" y="183991"/>
                </a:cubicBezTo>
                <a:cubicBezTo>
                  <a:pt x="100683" y="176768"/>
                  <a:pt x="97501" y="169891"/>
                  <a:pt x="94145" y="162726"/>
                </a:cubicBezTo>
                <a:cubicBezTo>
                  <a:pt x="94145" y="162726"/>
                  <a:pt x="93450" y="161281"/>
                  <a:pt x="93045" y="160472"/>
                </a:cubicBezTo>
                <a:lnTo>
                  <a:pt x="93103" y="160472"/>
                </a:lnTo>
                <a:cubicBezTo>
                  <a:pt x="93045" y="160356"/>
                  <a:pt x="93045" y="160241"/>
                  <a:pt x="92987" y="160183"/>
                </a:cubicBezTo>
                <a:close/>
                <a:moveTo>
                  <a:pt x="457411" y="751"/>
                </a:moveTo>
                <a:lnTo>
                  <a:pt x="458047" y="751"/>
                </a:lnTo>
                <a:cubicBezTo>
                  <a:pt x="488012" y="751"/>
                  <a:pt x="514158" y="20971"/>
                  <a:pt x="521621" y="49915"/>
                </a:cubicBezTo>
                <a:cubicBezTo>
                  <a:pt x="523009" y="55403"/>
                  <a:pt x="523761" y="61007"/>
                  <a:pt x="523761" y="66553"/>
                </a:cubicBezTo>
                <a:cubicBezTo>
                  <a:pt x="523761" y="102718"/>
                  <a:pt x="494317" y="132124"/>
                  <a:pt x="458105" y="132124"/>
                </a:cubicBezTo>
                <a:lnTo>
                  <a:pt x="457469" y="132124"/>
                </a:lnTo>
                <a:cubicBezTo>
                  <a:pt x="427504" y="132124"/>
                  <a:pt x="401358" y="111904"/>
                  <a:pt x="393895" y="82960"/>
                </a:cubicBezTo>
                <a:cubicBezTo>
                  <a:pt x="392507" y="77472"/>
                  <a:pt x="391755" y="71868"/>
                  <a:pt x="391755" y="66322"/>
                </a:cubicBezTo>
                <a:cubicBezTo>
                  <a:pt x="391755" y="30157"/>
                  <a:pt x="421199" y="751"/>
                  <a:pt x="457411" y="751"/>
                </a:cubicBezTo>
                <a:close/>
                <a:moveTo>
                  <a:pt x="285868" y="751"/>
                </a:moveTo>
                <a:lnTo>
                  <a:pt x="286621" y="751"/>
                </a:lnTo>
                <a:cubicBezTo>
                  <a:pt x="316601" y="751"/>
                  <a:pt x="342761" y="20971"/>
                  <a:pt x="350227" y="49915"/>
                </a:cubicBezTo>
                <a:cubicBezTo>
                  <a:pt x="351674" y="55403"/>
                  <a:pt x="352369" y="61007"/>
                  <a:pt x="352369" y="66553"/>
                </a:cubicBezTo>
                <a:cubicBezTo>
                  <a:pt x="352369" y="102718"/>
                  <a:pt x="322909" y="132124"/>
                  <a:pt x="286736" y="132124"/>
                </a:cubicBezTo>
                <a:lnTo>
                  <a:pt x="286100" y="132124"/>
                </a:lnTo>
                <a:cubicBezTo>
                  <a:pt x="256119" y="132124"/>
                  <a:pt x="229959" y="111846"/>
                  <a:pt x="222493" y="82845"/>
                </a:cubicBezTo>
                <a:cubicBezTo>
                  <a:pt x="221046" y="77414"/>
                  <a:pt x="220351" y="71810"/>
                  <a:pt x="220351" y="66264"/>
                </a:cubicBezTo>
                <a:cubicBezTo>
                  <a:pt x="220351" y="30157"/>
                  <a:pt x="249753" y="751"/>
                  <a:pt x="285868" y="751"/>
                </a:cubicBezTo>
                <a:close/>
                <a:moveTo>
                  <a:pt x="114639" y="751"/>
                </a:moveTo>
                <a:lnTo>
                  <a:pt x="115275" y="751"/>
                </a:lnTo>
                <a:cubicBezTo>
                  <a:pt x="145256" y="751"/>
                  <a:pt x="171416" y="20971"/>
                  <a:pt x="178882" y="49915"/>
                </a:cubicBezTo>
                <a:cubicBezTo>
                  <a:pt x="180329" y="55403"/>
                  <a:pt x="181024" y="61007"/>
                  <a:pt x="181024" y="66553"/>
                </a:cubicBezTo>
                <a:cubicBezTo>
                  <a:pt x="181024" y="102718"/>
                  <a:pt x="151564" y="132124"/>
                  <a:pt x="115333" y="132124"/>
                </a:cubicBezTo>
                <a:lnTo>
                  <a:pt x="114754" y="132124"/>
                </a:lnTo>
                <a:cubicBezTo>
                  <a:pt x="84774" y="132124"/>
                  <a:pt x="58614" y="111904"/>
                  <a:pt x="51148" y="82960"/>
                </a:cubicBezTo>
                <a:cubicBezTo>
                  <a:pt x="49701" y="77472"/>
                  <a:pt x="49006" y="71868"/>
                  <a:pt x="49006" y="66322"/>
                </a:cubicBezTo>
                <a:cubicBezTo>
                  <a:pt x="49006" y="30157"/>
                  <a:pt x="78466" y="751"/>
                  <a:pt x="114639" y="751"/>
                </a:cubicBezTo>
                <a:close/>
                <a:moveTo>
                  <a:pt x="457410" y="423"/>
                </a:moveTo>
                <a:cubicBezTo>
                  <a:pt x="420880" y="423"/>
                  <a:pt x="391355" y="29894"/>
                  <a:pt x="391355" y="66356"/>
                </a:cubicBezTo>
                <a:cubicBezTo>
                  <a:pt x="391355" y="72135"/>
                  <a:pt x="392108" y="77740"/>
                  <a:pt x="393497" y="83056"/>
                </a:cubicBezTo>
                <a:cubicBezTo>
                  <a:pt x="400849" y="111487"/>
                  <a:pt x="426669" y="132521"/>
                  <a:pt x="457468" y="132521"/>
                </a:cubicBezTo>
                <a:lnTo>
                  <a:pt x="457815" y="132521"/>
                </a:lnTo>
                <a:lnTo>
                  <a:pt x="458104" y="132521"/>
                </a:lnTo>
                <a:cubicBezTo>
                  <a:pt x="494634" y="132521"/>
                  <a:pt x="524159" y="103050"/>
                  <a:pt x="524159" y="66587"/>
                </a:cubicBezTo>
                <a:cubicBezTo>
                  <a:pt x="524159" y="60809"/>
                  <a:pt x="523406" y="55204"/>
                  <a:pt x="522017" y="49887"/>
                </a:cubicBezTo>
                <a:cubicBezTo>
                  <a:pt x="514665" y="21457"/>
                  <a:pt x="488845" y="423"/>
                  <a:pt x="458046" y="423"/>
                </a:cubicBezTo>
                <a:lnTo>
                  <a:pt x="457699" y="423"/>
                </a:lnTo>
                <a:close/>
                <a:moveTo>
                  <a:pt x="114646" y="423"/>
                </a:moveTo>
                <a:cubicBezTo>
                  <a:pt x="78190" y="423"/>
                  <a:pt x="48620" y="29894"/>
                  <a:pt x="48620" y="66356"/>
                </a:cubicBezTo>
                <a:cubicBezTo>
                  <a:pt x="48620" y="72135"/>
                  <a:pt x="49372" y="77740"/>
                  <a:pt x="50761" y="83056"/>
                </a:cubicBezTo>
                <a:cubicBezTo>
                  <a:pt x="58110" y="111487"/>
                  <a:pt x="83977" y="132521"/>
                  <a:pt x="114762" y="132521"/>
                </a:cubicBezTo>
                <a:lnTo>
                  <a:pt x="115051" y="132521"/>
                </a:lnTo>
                <a:lnTo>
                  <a:pt x="115340" y="132521"/>
                </a:lnTo>
                <a:cubicBezTo>
                  <a:pt x="151854" y="132521"/>
                  <a:pt x="181424" y="103050"/>
                  <a:pt x="181424" y="66587"/>
                </a:cubicBezTo>
                <a:cubicBezTo>
                  <a:pt x="181424" y="60809"/>
                  <a:pt x="180614" y="55204"/>
                  <a:pt x="179225" y="49887"/>
                </a:cubicBezTo>
                <a:cubicBezTo>
                  <a:pt x="171934" y="21457"/>
                  <a:pt x="146067" y="423"/>
                  <a:pt x="115282" y="423"/>
                </a:cubicBezTo>
                <a:lnTo>
                  <a:pt x="114993" y="423"/>
                </a:lnTo>
                <a:close/>
                <a:moveTo>
                  <a:pt x="286036" y="397"/>
                </a:moveTo>
                <a:cubicBezTo>
                  <a:pt x="249522" y="282"/>
                  <a:pt x="219952" y="29874"/>
                  <a:pt x="219952" y="66286"/>
                </a:cubicBezTo>
                <a:cubicBezTo>
                  <a:pt x="219952" y="72066"/>
                  <a:pt x="220762" y="77672"/>
                  <a:pt x="222151" y="82990"/>
                </a:cubicBezTo>
                <a:cubicBezTo>
                  <a:pt x="229442" y="111484"/>
                  <a:pt x="255309" y="132522"/>
                  <a:pt x="286094" y="132522"/>
                </a:cubicBezTo>
                <a:lnTo>
                  <a:pt x="286383" y="132522"/>
                </a:lnTo>
                <a:lnTo>
                  <a:pt x="286730" y="132522"/>
                </a:lnTo>
                <a:cubicBezTo>
                  <a:pt x="323186" y="132522"/>
                  <a:pt x="352756" y="103045"/>
                  <a:pt x="352756" y="66575"/>
                </a:cubicBezTo>
                <a:cubicBezTo>
                  <a:pt x="352756" y="60796"/>
                  <a:pt x="352004" y="55189"/>
                  <a:pt x="350615" y="49872"/>
                </a:cubicBezTo>
                <a:cubicBezTo>
                  <a:pt x="343266" y="21436"/>
                  <a:pt x="317399" y="397"/>
                  <a:pt x="286614" y="397"/>
                </a:cubicBezTo>
                <a:lnTo>
                  <a:pt x="286325" y="397"/>
                </a:lnTo>
                <a:close/>
                <a:moveTo>
                  <a:pt x="457411" y="0"/>
                </a:moveTo>
                <a:lnTo>
                  <a:pt x="458047" y="0"/>
                </a:lnTo>
                <a:cubicBezTo>
                  <a:pt x="488359" y="0"/>
                  <a:pt x="514795" y="20451"/>
                  <a:pt x="522315" y="49741"/>
                </a:cubicBezTo>
                <a:cubicBezTo>
                  <a:pt x="523761" y="55230"/>
                  <a:pt x="524513" y="60891"/>
                  <a:pt x="524513" y="66553"/>
                </a:cubicBezTo>
                <a:cubicBezTo>
                  <a:pt x="524513" y="103122"/>
                  <a:pt x="494722" y="132875"/>
                  <a:pt x="458105" y="132875"/>
                </a:cubicBezTo>
                <a:lnTo>
                  <a:pt x="457469" y="132875"/>
                </a:lnTo>
                <a:cubicBezTo>
                  <a:pt x="427157" y="132875"/>
                  <a:pt x="400721" y="112424"/>
                  <a:pt x="393201" y="83133"/>
                </a:cubicBezTo>
                <a:cubicBezTo>
                  <a:pt x="391755" y="77645"/>
                  <a:pt x="391003" y="71983"/>
                  <a:pt x="391003" y="66322"/>
                </a:cubicBezTo>
                <a:cubicBezTo>
                  <a:pt x="391003" y="29752"/>
                  <a:pt x="420794" y="0"/>
                  <a:pt x="457411" y="0"/>
                </a:cubicBezTo>
                <a:close/>
                <a:moveTo>
                  <a:pt x="285868" y="0"/>
                </a:moveTo>
                <a:lnTo>
                  <a:pt x="286621" y="0"/>
                </a:lnTo>
                <a:cubicBezTo>
                  <a:pt x="316948" y="0"/>
                  <a:pt x="343456" y="20451"/>
                  <a:pt x="350980" y="49741"/>
                </a:cubicBezTo>
                <a:cubicBezTo>
                  <a:pt x="352427" y="55287"/>
                  <a:pt x="353179" y="60891"/>
                  <a:pt x="353179" y="66553"/>
                </a:cubicBezTo>
                <a:cubicBezTo>
                  <a:pt x="353179" y="103122"/>
                  <a:pt x="323372" y="132875"/>
                  <a:pt x="286736" y="132875"/>
                </a:cubicBezTo>
                <a:lnTo>
                  <a:pt x="286100" y="132875"/>
                </a:lnTo>
                <a:cubicBezTo>
                  <a:pt x="255772" y="132875"/>
                  <a:pt x="229322" y="112366"/>
                  <a:pt x="221740" y="83076"/>
                </a:cubicBezTo>
                <a:cubicBezTo>
                  <a:pt x="220294" y="77530"/>
                  <a:pt x="219599" y="71868"/>
                  <a:pt x="219599" y="66264"/>
                </a:cubicBezTo>
                <a:cubicBezTo>
                  <a:pt x="219599" y="29695"/>
                  <a:pt x="249348" y="0"/>
                  <a:pt x="285868" y="0"/>
                </a:cubicBezTo>
                <a:close/>
                <a:moveTo>
                  <a:pt x="114639" y="0"/>
                </a:moveTo>
                <a:lnTo>
                  <a:pt x="115275" y="0"/>
                </a:lnTo>
                <a:cubicBezTo>
                  <a:pt x="145603" y="0"/>
                  <a:pt x="172053" y="20451"/>
                  <a:pt x="179635" y="49741"/>
                </a:cubicBezTo>
                <a:cubicBezTo>
                  <a:pt x="181081" y="55230"/>
                  <a:pt x="181776" y="60891"/>
                  <a:pt x="181776" y="66553"/>
                </a:cubicBezTo>
                <a:cubicBezTo>
                  <a:pt x="181776" y="103122"/>
                  <a:pt x="151969" y="132875"/>
                  <a:pt x="115333" y="132875"/>
                </a:cubicBezTo>
                <a:lnTo>
                  <a:pt x="114754" y="132875"/>
                </a:lnTo>
                <a:cubicBezTo>
                  <a:pt x="84427" y="132875"/>
                  <a:pt x="57919" y="112424"/>
                  <a:pt x="50395" y="83133"/>
                </a:cubicBezTo>
                <a:cubicBezTo>
                  <a:pt x="48948" y="77645"/>
                  <a:pt x="48196" y="71983"/>
                  <a:pt x="48196" y="66322"/>
                </a:cubicBezTo>
                <a:cubicBezTo>
                  <a:pt x="48196" y="29752"/>
                  <a:pt x="78003" y="0"/>
                  <a:pt x="114639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3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0" name="iṣ1îḓe">
            <a:extLst>
              <a:ext uri="{FF2B5EF4-FFF2-40B4-BE49-F238E27FC236}">
                <a16:creationId xmlns:a16="http://schemas.microsoft.com/office/drawing/2014/main" id="{8C6B0278-2825-69F8-85BB-AB0EFFE86C69}"/>
              </a:ext>
            </a:extLst>
          </p:cNvPr>
          <p:cNvSpPr/>
          <p:nvPr/>
        </p:nvSpPr>
        <p:spPr>
          <a:xfrm>
            <a:off x="8078973" y="4569087"/>
            <a:ext cx="168082" cy="178001"/>
          </a:xfrm>
          <a:custGeom>
            <a:avLst/>
            <a:gdLst>
              <a:gd name="connsiteX0" fmla="*/ 435703 w 572779"/>
              <a:gd name="connsiteY0" fmla="*/ 160183 h 606580"/>
              <a:gd name="connsiteX1" fmla="*/ 479697 w 572779"/>
              <a:gd name="connsiteY1" fmla="*/ 160183 h 606580"/>
              <a:gd name="connsiteX2" fmla="*/ 479581 w 572779"/>
              <a:gd name="connsiteY2" fmla="*/ 160472 h 606580"/>
              <a:gd name="connsiteX3" fmla="*/ 479812 w 572779"/>
              <a:gd name="connsiteY3" fmla="*/ 160472 h 606580"/>
              <a:gd name="connsiteX4" fmla="*/ 478713 w 572779"/>
              <a:gd name="connsiteY4" fmla="*/ 162726 h 606580"/>
              <a:gd name="connsiteX5" fmla="*/ 469682 w 572779"/>
              <a:gd name="connsiteY5" fmla="*/ 187227 h 606580"/>
              <a:gd name="connsiteX6" fmla="*/ 474776 w 572779"/>
              <a:gd name="connsiteY6" fmla="*/ 242470 h 606580"/>
              <a:gd name="connsiteX7" fmla="*/ 494284 w 572779"/>
              <a:gd name="connsiteY7" fmla="*/ 242470 h 606580"/>
              <a:gd name="connsiteX8" fmla="*/ 510840 w 572779"/>
              <a:gd name="connsiteY8" fmla="*/ 160183 h 606580"/>
              <a:gd name="connsiteX9" fmla="*/ 527338 w 572779"/>
              <a:gd name="connsiteY9" fmla="*/ 160183 h 606580"/>
              <a:gd name="connsiteX10" fmla="*/ 572779 w 572779"/>
              <a:gd name="connsiteY10" fmla="*/ 205430 h 606580"/>
              <a:gd name="connsiteX11" fmla="*/ 572779 w 572779"/>
              <a:gd name="connsiteY11" fmla="*/ 337413 h 606580"/>
              <a:gd name="connsiteX12" fmla="*/ 527396 w 572779"/>
              <a:gd name="connsiteY12" fmla="*/ 382717 h 606580"/>
              <a:gd name="connsiteX13" fmla="*/ 521607 w 572779"/>
              <a:gd name="connsiteY13" fmla="*/ 382717 h 606580"/>
              <a:gd name="connsiteX14" fmla="*/ 521607 w 572779"/>
              <a:gd name="connsiteY14" fmla="*/ 574624 h 606580"/>
              <a:gd name="connsiteX15" fmla="*/ 489595 w 572779"/>
              <a:gd name="connsiteY15" fmla="*/ 606580 h 606580"/>
              <a:gd name="connsiteX16" fmla="*/ 457815 w 572779"/>
              <a:gd name="connsiteY16" fmla="*/ 578149 h 606580"/>
              <a:gd name="connsiteX17" fmla="*/ 425978 w 572779"/>
              <a:gd name="connsiteY17" fmla="*/ 606580 h 606580"/>
              <a:gd name="connsiteX18" fmla="*/ 393966 w 572779"/>
              <a:gd name="connsiteY18" fmla="*/ 574624 h 606580"/>
              <a:gd name="connsiteX19" fmla="*/ 393966 w 572779"/>
              <a:gd name="connsiteY19" fmla="*/ 392541 h 606580"/>
              <a:gd name="connsiteX20" fmla="*/ 422967 w 572779"/>
              <a:gd name="connsiteY20" fmla="*/ 337528 h 606580"/>
              <a:gd name="connsiteX21" fmla="*/ 422967 w 572779"/>
              <a:gd name="connsiteY21" fmla="*/ 242528 h 606580"/>
              <a:gd name="connsiteX22" fmla="*/ 440739 w 572779"/>
              <a:gd name="connsiteY22" fmla="*/ 242528 h 606580"/>
              <a:gd name="connsiteX23" fmla="*/ 445833 w 572779"/>
              <a:gd name="connsiteY23" fmla="*/ 186996 h 606580"/>
              <a:gd name="connsiteX24" fmla="*/ 445196 w 572779"/>
              <a:gd name="connsiteY24" fmla="*/ 183991 h 606580"/>
              <a:gd name="connsiteX25" fmla="*/ 436860 w 572779"/>
              <a:gd name="connsiteY25" fmla="*/ 162726 h 606580"/>
              <a:gd name="connsiteX26" fmla="*/ 435818 w 572779"/>
              <a:gd name="connsiteY26" fmla="*/ 160472 h 606580"/>
              <a:gd name="connsiteX27" fmla="*/ 435876 w 572779"/>
              <a:gd name="connsiteY27" fmla="*/ 160472 h 606580"/>
              <a:gd name="connsiteX28" fmla="*/ 435703 w 572779"/>
              <a:gd name="connsiteY28" fmla="*/ 160183 h 606580"/>
              <a:gd name="connsiteX29" fmla="*/ 264349 w 572779"/>
              <a:gd name="connsiteY29" fmla="*/ 160183 h 606580"/>
              <a:gd name="connsiteX30" fmla="*/ 308327 w 572779"/>
              <a:gd name="connsiteY30" fmla="*/ 160183 h 606580"/>
              <a:gd name="connsiteX31" fmla="*/ 308154 w 572779"/>
              <a:gd name="connsiteY31" fmla="*/ 160472 h 606580"/>
              <a:gd name="connsiteX32" fmla="*/ 308385 w 572779"/>
              <a:gd name="connsiteY32" fmla="*/ 160472 h 606580"/>
              <a:gd name="connsiteX33" fmla="*/ 307344 w 572779"/>
              <a:gd name="connsiteY33" fmla="*/ 162726 h 606580"/>
              <a:gd name="connsiteX34" fmla="*/ 298316 w 572779"/>
              <a:gd name="connsiteY34" fmla="*/ 187227 h 606580"/>
              <a:gd name="connsiteX35" fmla="*/ 303409 w 572779"/>
              <a:gd name="connsiteY35" fmla="*/ 242470 h 606580"/>
              <a:gd name="connsiteX36" fmla="*/ 322910 w 572779"/>
              <a:gd name="connsiteY36" fmla="*/ 242470 h 606580"/>
              <a:gd name="connsiteX37" fmla="*/ 339401 w 572779"/>
              <a:gd name="connsiteY37" fmla="*/ 160183 h 606580"/>
              <a:gd name="connsiteX38" fmla="*/ 355951 w 572779"/>
              <a:gd name="connsiteY38" fmla="*/ 160183 h 606580"/>
              <a:gd name="connsiteX39" fmla="*/ 401376 w 572779"/>
              <a:gd name="connsiteY39" fmla="*/ 205430 h 606580"/>
              <a:gd name="connsiteX40" fmla="*/ 401376 w 572779"/>
              <a:gd name="connsiteY40" fmla="*/ 337413 h 606580"/>
              <a:gd name="connsiteX41" fmla="*/ 356009 w 572779"/>
              <a:gd name="connsiteY41" fmla="*/ 382717 h 606580"/>
              <a:gd name="connsiteX42" fmla="*/ 350222 w 572779"/>
              <a:gd name="connsiteY42" fmla="*/ 382717 h 606580"/>
              <a:gd name="connsiteX43" fmla="*/ 350222 w 572779"/>
              <a:gd name="connsiteY43" fmla="*/ 574624 h 606580"/>
              <a:gd name="connsiteX44" fmla="*/ 318222 w 572779"/>
              <a:gd name="connsiteY44" fmla="*/ 606580 h 606580"/>
              <a:gd name="connsiteX45" fmla="*/ 286396 w 572779"/>
              <a:gd name="connsiteY45" fmla="*/ 578149 h 606580"/>
              <a:gd name="connsiteX46" fmla="*/ 254628 w 572779"/>
              <a:gd name="connsiteY46" fmla="*/ 606580 h 606580"/>
              <a:gd name="connsiteX47" fmla="*/ 222628 w 572779"/>
              <a:gd name="connsiteY47" fmla="*/ 574624 h 606580"/>
              <a:gd name="connsiteX48" fmla="*/ 222628 w 572779"/>
              <a:gd name="connsiteY48" fmla="*/ 382833 h 606580"/>
              <a:gd name="connsiteX49" fmla="*/ 216841 w 572779"/>
              <a:gd name="connsiteY49" fmla="*/ 382833 h 606580"/>
              <a:gd name="connsiteX50" fmla="*/ 171474 w 572779"/>
              <a:gd name="connsiteY50" fmla="*/ 337528 h 606580"/>
              <a:gd name="connsiteX51" fmla="*/ 171474 w 572779"/>
              <a:gd name="connsiteY51" fmla="*/ 205545 h 606580"/>
              <a:gd name="connsiteX52" fmla="*/ 216841 w 572779"/>
              <a:gd name="connsiteY52" fmla="*/ 160241 h 606580"/>
              <a:gd name="connsiteX53" fmla="*/ 233333 w 572779"/>
              <a:gd name="connsiteY53" fmla="*/ 160241 h 606580"/>
              <a:gd name="connsiteX54" fmla="*/ 249825 w 572779"/>
              <a:gd name="connsiteY54" fmla="*/ 242528 h 606580"/>
              <a:gd name="connsiteX55" fmla="*/ 269383 w 572779"/>
              <a:gd name="connsiteY55" fmla="*/ 242528 h 606580"/>
              <a:gd name="connsiteX56" fmla="*/ 274476 w 572779"/>
              <a:gd name="connsiteY56" fmla="*/ 186996 h 606580"/>
              <a:gd name="connsiteX57" fmla="*/ 273839 w 572779"/>
              <a:gd name="connsiteY57" fmla="*/ 183991 h 606580"/>
              <a:gd name="connsiteX58" fmla="*/ 265506 w 572779"/>
              <a:gd name="connsiteY58" fmla="*/ 162726 h 606580"/>
              <a:gd name="connsiteX59" fmla="*/ 264407 w 572779"/>
              <a:gd name="connsiteY59" fmla="*/ 160472 h 606580"/>
              <a:gd name="connsiteX60" fmla="*/ 264523 w 572779"/>
              <a:gd name="connsiteY60" fmla="*/ 160472 h 606580"/>
              <a:gd name="connsiteX61" fmla="*/ 264349 w 572779"/>
              <a:gd name="connsiteY61" fmla="*/ 160183 h 606580"/>
              <a:gd name="connsiteX62" fmla="*/ 92987 w 572779"/>
              <a:gd name="connsiteY62" fmla="*/ 160183 h 606580"/>
              <a:gd name="connsiteX63" fmla="*/ 136964 w 572779"/>
              <a:gd name="connsiteY63" fmla="*/ 160183 h 606580"/>
              <a:gd name="connsiteX64" fmla="*/ 136791 w 572779"/>
              <a:gd name="connsiteY64" fmla="*/ 160472 h 606580"/>
              <a:gd name="connsiteX65" fmla="*/ 137022 w 572779"/>
              <a:gd name="connsiteY65" fmla="*/ 160472 h 606580"/>
              <a:gd name="connsiteX66" fmla="*/ 135923 w 572779"/>
              <a:gd name="connsiteY66" fmla="*/ 162726 h 606580"/>
              <a:gd name="connsiteX67" fmla="*/ 126896 w 572779"/>
              <a:gd name="connsiteY67" fmla="*/ 187227 h 606580"/>
              <a:gd name="connsiteX68" fmla="*/ 131988 w 572779"/>
              <a:gd name="connsiteY68" fmla="*/ 242470 h 606580"/>
              <a:gd name="connsiteX69" fmla="*/ 149752 w 572779"/>
              <a:gd name="connsiteY69" fmla="*/ 242470 h 606580"/>
              <a:gd name="connsiteX70" fmla="*/ 149752 w 572779"/>
              <a:gd name="connsiteY70" fmla="*/ 337471 h 606580"/>
              <a:gd name="connsiteX71" fmla="*/ 178742 w 572779"/>
              <a:gd name="connsiteY71" fmla="*/ 392483 h 606580"/>
              <a:gd name="connsiteX72" fmla="*/ 178742 w 572779"/>
              <a:gd name="connsiteY72" fmla="*/ 574624 h 606580"/>
              <a:gd name="connsiteX73" fmla="*/ 146743 w 572779"/>
              <a:gd name="connsiteY73" fmla="*/ 606580 h 606580"/>
              <a:gd name="connsiteX74" fmla="*/ 114976 w 572779"/>
              <a:gd name="connsiteY74" fmla="*/ 578149 h 606580"/>
              <a:gd name="connsiteX75" fmla="*/ 83151 w 572779"/>
              <a:gd name="connsiteY75" fmla="*/ 606580 h 606580"/>
              <a:gd name="connsiteX76" fmla="*/ 51152 w 572779"/>
              <a:gd name="connsiteY76" fmla="*/ 574624 h 606580"/>
              <a:gd name="connsiteX77" fmla="*/ 51152 w 572779"/>
              <a:gd name="connsiteY77" fmla="*/ 382833 h 606580"/>
              <a:gd name="connsiteX78" fmla="*/ 45365 w 572779"/>
              <a:gd name="connsiteY78" fmla="*/ 382833 h 606580"/>
              <a:gd name="connsiteX79" fmla="*/ 0 w 572779"/>
              <a:gd name="connsiteY79" fmla="*/ 337528 h 606580"/>
              <a:gd name="connsiteX80" fmla="*/ 0 w 572779"/>
              <a:gd name="connsiteY80" fmla="*/ 205545 h 606580"/>
              <a:gd name="connsiteX81" fmla="*/ 45365 w 572779"/>
              <a:gd name="connsiteY81" fmla="*/ 160241 h 606580"/>
              <a:gd name="connsiteX82" fmla="*/ 61972 w 572779"/>
              <a:gd name="connsiteY82" fmla="*/ 160241 h 606580"/>
              <a:gd name="connsiteX83" fmla="*/ 78464 w 572779"/>
              <a:gd name="connsiteY83" fmla="*/ 242528 h 606580"/>
              <a:gd name="connsiteX84" fmla="*/ 97964 w 572779"/>
              <a:gd name="connsiteY84" fmla="*/ 242528 h 606580"/>
              <a:gd name="connsiteX85" fmla="*/ 103056 w 572779"/>
              <a:gd name="connsiteY85" fmla="*/ 186996 h 606580"/>
              <a:gd name="connsiteX86" fmla="*/ 102477 w 572779"/>
              <a:gd name="connsiteY86" fmla="*/ 183991 h 606580"/>
              <a:gd name="connsiteX87" fmla="*/ 94145 w 572779"/>
              <a:gd name="connsiteY87" fmla="*/ 162726 h 606580"/>
              <a:gd name="connsiteX88" fmla="*/ 93045 w 572779"/>
              <a:gd name="connsiteY88" fmla="*/ 160472 h 606580"/>
              <a:gd name="connsiteX89" fmla="*/ 93103 w 572779"/>
              <a:gd name="connsiteY89" fmla="*/ 160472 h 606580"/>
              <a:gd name="connsiteX90" fmla="*/ 92987 w 572779"/>
              <a:gd name="connsiteY90" fmla="*/ 160183 h 606580"/>
              <a:gd name="connsiteX91" fmla="*/ 457411 w 572779"/>
              <a:gd name="connsiteY91" fmla="*/ 751 h 606580"/>
              <a:gd name="connsiteX92" fmla="*/ 458047 w 572779"/>
              <a:gd name="connsiteY92" fmla="*/ 751 h 606580"/>
              <a:gd name="connsiteX93" fmla="*/ 521621 w 572779"/>
              <a:gd name="connsiteY93" fmla="*/ 49915 h 606580"/>
              <a:gd name="connsiteX94" fmla="*/ 523761 w 572779"/>
              <a:gd name="connsiteY94" fmla="*/ 66553 h 606580"/>
              <a:gd name="connsiteX95" fmla="*/ 458105 w 572779"/>
              <a:gd name="connsiteY95" fmla="*/ 132124 h 606580"/>
              <a:gd name="connsiteX96" fmla="*/ 457469 w 572779"/>
              <a:gd name="connsiteY96" fmla="*/ 132124 h 606580"/>
              <a:gd name="connsiteX97" fmla="*/ 393895 w 572779"/>
              <a:gd name="connsiteY97" fmla="*/ 82960 h 606580"/>
              <a:gd name="connsiteX98" fmla="*/ 391755 w 572779"/>
              <a:gd name="connsiteY98" fmla="*/ 66322 h 606580"/>
              <a:gd name="connsiteX99" fmla="*/ 457411 w 572779"/>
              <a:gd name="connsiteY99" fmla="*/ 751 h 606580"/>
              <a:gd name="connsiteX100" fmla="*/ 285868 w 572779"/>
              <a:gd name="connsiteY100" fmla="*/ 751 h 606580"/>
              <a:gd name="connsiteX101" fmla="*/ 286621 w 572779"/>
              <a:gd name="connsiteY101" fmla="*/ 751 h 606580"/>
              <a:gd name="connsiteX102" fmla="*/ 350227 w 572779"/>
              <a:gd name="connsiteY102" fmla="*/ 49915 h 606580"/>
              <a:gd name="connsiteX103" fmla="*/ 352369 w 572779"/>
              <a:gd name="connsiteY103" fmla="*/ 66553 h 606580"/>
              <a:gd name="connsiteX104" fmla="*/ 286736 w 572779"/>
              <a:gd name="connsiteY104" fmla="*/ 132124 h 606580"/>
              <a:gd name="connsiteX105" fmla="*/ 286100 w 572779"/>
              <a:gd name="connsiteY105" fmla="*/ 132124 h 606580"/>
              <a:gd name="connsiteX106" fmla="*/ 222493 w 572779"/>
              <a:gd name="connsiteY106" fmla="*/ 82845 h 606580"/>
              <a:gd name="connsiteX107" fmla="*/ 220351 w 572779"/>
              <a:gd name="connsiteY107" fmla="*/ 66264 h 606580"/>
              <a:gd name="connsiteX108" fmla="*/ 285868 w 572779"/>
              <a:gd name="connsiteY108" fmla="*/ 751 h 606580"/>
              <a:gd name="connsiteX109" fmla="*/ 114639 w 572779"/>
              <a:gd name="connsiteY109" fmla="*/ 751 h 606580"/>
              <a:gd name="connsiteX110" fmla="*/ 115275 w 572779"/>
              <a:gd name="connsiteY110" fmla="*/ 751 h 606580"/>
              <a:gd name="connsiteX111" fmla="*/ 178882 w 572779"/>
              <a:gd name="connsiteY111" fmla="*/ 49915 h 606580"/>
              <a:gd name="connsiteX112" fmla="*/ 181024 w 572779"/>
              <a:gd name="connsiteY112" fmla="*/ 66553 h 606580"/>
              <a:gd name="connsiteX113" fmla="*/ 115333 w 572779"/>
              <a:gd name="connsiteY113" fmla="*/ 132124 h 606580"/>
              <a:gd name="connsiteX114" fmla="*/ 114754 w 572779"/>
              <a:gd name="connsiteY114" fmla="*/ 132124 h 606580"/>
              <a:gd name="connsiteX115" fmla="*/ 51148 w 572779"/>
              <a:gd name="connsiteY115" fmla="*/ 82960 h 606580"/>
              <a:gd name="connsiteX116" fmla="*/ 49006 w 572779"/>
              <a:gd name="connsiteY116" fmla="*/ 66322 h 606580"/>
              <a:gd name="connsiteX117" fmla="*/ 114639 w 572779"/>
              <a:gd name="connsiteY117" fmla="*/ 751 h 606580"/>
              <a:gd name="connsiteX118" fmla="*/ 457410 w 572779"/>
              <a:gd name="connsiteY118" fmla="*/ 423 h 606580"/>
              <a:gd name="connsiteX119" fmla="*/ 391355 w 572779"/>
              <a:gd name="connsiteY119" fmla="*/ 66356 h 606580"/>
              <a:gd name="connsiteX120" fmla="*/ 393497 w 572779"/>
              <a:gd name="connsiteY120" fmla="*/ 83056 h 606580"/>
              <a:gd name="connsiteX121" fmla="*/ 457468 w 572779"/>
              <a:gd name="connsiteY121" fmla="*/ 132521 h 606580"/>
              <a:gd name="connsiteX122" fmla="*/ 457815 w 572779"/>
              <a:gd name="connsiteY122" fmla="*/ 132521 h 606580"/>
              <a:gd name="connsiteX123" fmla="*/ 458104 w 572779"/>
              <a:gd name="connsiteY123" fmla="*/ 132521 h 606580"/>
              <a:gd name="connsiteX124" fmla="*/ 524159 w 572779"/>
              <a:gd name="connsiteY124" fmla="*/ 66587 h 606580"/>
              <a:gd name="connsiteX125" fmla="*/ 522017 w 572779"/>
              <a:gd name="connsiteY125" fmla="*/ 49887 h 606580"/>
              <a:gd name="connsiteX126" fmla="*/ 458046 w 572779"/>
              <a:gd name="connsiteY126" fmla="*/ 423 h 606580"/>
              <a:gd name="connsiteX127" fmla="*/ 457699 w 572779"/>
              <a:gd name="connsiteY127" fmla="*/ 423 h 606580"/>
              <a:gd name="connsiteX128" fmla="*/ 114646 w 572779"/>
              <a:gd name="connsiteY128" fmla="*/ 423 h 606580"/>
              <a:gd name="connsiteX129" fmla="*/ 48620 w 572779"/>
              <a:gd name="connsiteY129" fmla="*/ 66356 h 606580"/>
              <a:gd name="connsiteX130" fmla="*/ 50761 w 572779"/>
              <a:gd name="connsiteY130" fmla="*/ 83056 h 606580"/>
              <a:gd name="connsiteX131" fmla="*/ 114762 w 572779"/>
              <a:gd name="connsiteY131" fmla="*/ 132521 h 606580"/>
              <a:gd name="connsiteX132" fmla="*/ 115051 w 572779"/>
              <a:gd name="connsiteY132" fmla="*/ 132521 h 606580"/>
              <a:gd name="connsiteX133" fmla="*/ 115340 w 572779"/>
              <a:gd name="connsiteY133" fmla="*/ 132521 h 606580"/>
              <a:gd name="connsiteX134" fmla="*/ 181424 w 572779"/>
              <a:gd name="connsiteY134" fmla="*/ 66587 h 606580"/>
              <a:gd name="connsiteX135" fmla="*/ 179225 w 572779"/>
              <a:gd name="connsiteY135" fmla="*/ 49887 h 606580"/>
              <a:gd name="connsiteX136" fmla="*/ 115282 w 572779"/>
              <a:gd name="connsiteY136" fmla="*/ 423 h 606580"/>
              <a:gd name="connsiteX137" fmla="*/ 114993 w 572779"/>
              <a:gd name="connsiteY137" fmla="*/ 423 h 606580"/>
              <a:gd name="connsiteX138" fmla="*/ 286036 w 572779"/>
              <a:gd name="connsiteY138" fmla="*/ 397 h 606580"/>
              <a:gd name="connsiteX139" fmla="*/ 219952 w 572779"/>
              <a:gd name="connsiteY139" fmla="*/ 66286 h 606580"/>
              <a:gd name="connsiteX140" fmla="*/ 222151 w 572779"/>
              <a:gd name="connsiteY140" fmla="*/ 82990 h 606580"/>
              <a:gd name="connsiteX141" fmla="*/ 286094 w 572779"/>
              <a:gd name="connsiteY141" fmla="*/ 132522 h 606580"/>
              <a:gd name="connsiteX142" fmla="*/ 286383 w 572779"/>
              <a:gd name="connsiteY142" fmla="*/ 132522 h 606580"/>
              <a:gd name="connsiteX143" fmla="*/ 286730 w 572779"/>
              <a:gd name="connsiteY143" fmla="*/ 132522 h 606580"/>
              <a:gd name="connsiteX144" fmla="*/ 352756 w 572779"/>
              <a:gd name="connsiteY144" fmla="*/ 66575 h 606580"/>
              <a:gd name="connsiteX145" fmla="*/ 350615 w 572779"/>
              <a:gd name="connsiteY145" fmla="*/ 49872 h 606580"/>
              <a:gd name="connsiteX146" fmla="*/ 286614 w 572779"/>
              <a:gd name="connsiteY146" fmla="*/ 397 h 606580"/>
              <a:gd name="connsiteX147" fmla="*/ 286325 w 572779"/>
              <a:gd name="connsiteY147" fmla="*/ 397 h 606580"/>
              <a:gd name="connsiteX148" fmla="*/ 457411 w 572779"/>
              <a:gd name="connsiteY148" fmla="*/ 0 h 606580"/>
              <a:gd name="connsiteX149" fmla="*/ 458047 w 572779"/>
              <a:gd name="connsiteY149" fmla="*/ 0 h 606580"/>
              <a:gd name="connsiteX150" fmla="*/ 522315 w 572779"/>
              <a:gd name="connsiteY150" fmla="*/ 49741 h 606580"/>
              <a:gd name="connsiteX151" fmla="*/ 524513 w 572779"/>
              <a:gd name="connsiteY151" fmla="*/ 66553 h 606580"/>
              <a:gd name="connsiteX152" fmla="*/ 458105 w 572779"/>
              <a:gd name="connsiteY152" fmla="*/ 132875 h 606580"/>
              <a:gd name="connsiteX153" fmla="*/ 457469 w 572779"/>
              <a:gd name="connsiteY153" fmla="*/ 132875 h 606580"/>
              <a:gd name="connsiteX154" fmla="*/ 393201 w 572779"/>
              <a:gd name="connsiteY154" fmla="*/ 83133 h 606580"/>
              <a:gd name="connsiteX155" fmla="*/ 391003 w 572779"/>
              <a:gd name="connsiteY155" fmla="*/ 66322 h 606580"/>
              <a:gd name="connsiteX156" fmla="*/ 457411 w 572779"/>
              <a:gd name="connsiteY156" fmla="*/ 0 h 606580"/>
              <a:gd name="connsiteX157" fmla="*/ 285868 w 572779"/>
              <a:gd name="connsiteY157" fmla="*/ 0 h 606580"/>
              <a:gd name="connsiteX158" fmla="*/ 286621 w 572779"/>
              <a:gd name="connsiteY158" fmla="*/ 0 h 606580"/>
              <a:gd name="connsiteX159" fmla="*/ 350980 w 572779"/>
              <a:gd name="connsiteY159" fmla="*/ 49741 h 606580"/>
              <a:gd name="connsiteX160" fmla="*/ 353179 w 572779"/>
              <a:gd name="connsiteY160" fmla="*/ 66553 h 606580"/>
              <a:gd name="connsiteX161" fmla="*/ 286736 w 572779"/>
              <a:gd name="connsiteY161" fmla="*/ 132875 h 606580"/>
              <a:gd name="connsiteX162" fmla="*/ 286100 w 572779"/>
              <a:gd name="connsiteY162" fmla="*/ 132875 h 606580"/>
              <a:gd name="connsiteX163" fmla="*/ 221740 w 572779"/>
              <a:gd name="connsiteY163" fmla="*/ 83076 h 606580"/>
              <a:gd name="connsiteX164" fmla="*/ 219599 w 572779"/>
              <a:gd name="connsiteY164" fmla="*/ 66264 h 606580"/>
              <a:gd name="connsiteX165" fmla="*/ 285868 w 572779"/>
              <a:gd name="connsiteY165" fmla="*/ 0 h 606580"/>
              <a:gd name="connsiteX166" fmla="*/ 114639 w 572779"/>
              <a:gd name="connsiteY166" fmla="*/ 0 h 606580"/>
              <a:gd name="connsiteX167" fmla="*/ 115275 w 572779"/>
              <a:gd name="connsiteY167" fmla="*/ 0 h 606580"/>
              <a:gd name="connsiteX168" fmla="*/ 179635 w 572779"/>
              <a:gd name="connsiteY168" fmla="*/ 49741 h 606580"/>
              <a:gd name="connsiteX169" fmla="*/ 181776 w 572779"/>
              <a:gd name="connsiteY169" fmla="*/ 66553 h 606580"/>
              <a:gd name="connsiteX170" fmla="*/ 115333 w 572779"/>
              <a:gd name="connsiteY170" fmla="*/ 132875 h 606580"/>
              <a:gd name="connsiteX171" fmla="*/ 114754 w 572779"/>
              <a:gd name="connsiteY171" fmla="*/ 132875 h 606580"/>
              <a:gd name="connsiteX172" fmla="*/ 50395 w 572779"/>
              <a:gd name="connsiteY172" fmla="*/ 83133 h 606580"/>
              <a:gd name="connsiteX173" fmla="*/ 48196 w 572779"/>
              <a:gd name="connsiteY173" fmla="*/ 66322 h 606580"/>
              <a:gd name="connsiteX174" fmla="*/ 114639 w 572779"/>
              <a:gd name="connsiteY174" fmla="*/ 0 h 6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572779" h="606580">
                <a:moveTo>
                  <a:pt x="435703" y="160183"/>
                </a:moveTo>
                <a:lnTo>
                  <a:pt x="479697" y="160183"/>
                </a:lnTo>
                <a:cubicBezTo>
                  <a:pt x="479639" y="160241"/>
                  <a:pt x="479639" y="160414"/>
                  <a:pt x="479581" y="160472"/>
                </a:cubicBezTo>
                <a:lnTo>
                  <a:pt x="479812" y="160472"/>
                </a:lnTo>
                <a:cubicBezTo>
                  <a:pt x="479407" y="161281"/>
                  <a:pt x="478713" y="162726"/>
                  <a:pt x="478713" y="162726"/>
                </a:cubicBezTo>
                <a:cubicBezTo>
                  <a:pt x="474834" y="170989"/>
                  <a:pt x="471245" y="178848"/>
                  <a:pt x="469682" y="187227"/>
                </a:cubicBezTo>
                <a:lnTo>
                  <a:pt x="474776" y="242470"/>
                </a:lnTo>
                <a:lnTo>
                  <a:pt x="494284" y="242470"/>
                </a:lnTo>
                <a:lnTo>
                  <a:pt x="510840" y="160183"/>
                </a:lnTo>
                <a:lnTo>
                  <a:pt x="527338" y="160183"/>
                </a:lnTo>
                <a:cubicBezTo>
                  <a:pt x="552345" y="160183"/>
                  <a:pt x="572663" y="180466"/>
                  <a:pt x="572779" y="205430"/>
                </a:cubicBezTo>
                <a:lnTo>
                  <a:pt x="572779" y="337413"/>
                </a:lnTo>
                <a:cubicBezTo>
                  <a:pt x="572779" y="362434"/>
                  <a:pt x="552519" y="382717"/>
                  <a:pt x="527396" y="382717"/>
                </a:cubicBezTo>
                <a:lnTo>
                  <a:pt x="521607" y="382717"/>
                </a:lnTo>
                <a:lnTo>
                  <a:pt x="521607" y="574624"/>
                </a:lnTo>
                <a:cubicBezTo>
                  <a:pt x="521607" y="592249"/>
                  <a:pt x="507251" y="606580"/>
                  <a:pt x="489595" y="606580"/>
                </a:cubicBezTo>
                <a:cubicBezTo>
                  <a:pt x="473155" y="606580"/>
                  <a:pt x="459552" y="594098"/>
                  <a:pt x="457815" y="578149"/>
                </a:cubicBezTo>
                <a:cubicBezTo>
                  <a:pt x="456021" y="594214"/>
                  <a:pt x="442417" y="606580"/>
                  <a:pt x="425978" y="606580"/>
                </a:cubicBezTo>
                <a:cubicBezTo>
                  <a:pt x="408322" y="606580"/>
                  <a:pt x="393966" y="592249"/>
                  <a:pt x="393966" y="574624"/>
                </a:cubicBezTo>
                <a:lnTo>
                  <a:pt x="393966" y="392541"/>
                </a:lnTo>
                <a:cubicBezTo>
                  <a:pt x="411506" y="380521"/>
                  <a:pt x="422967" y="360354"/>
                  <a:pt x="422967" y="337528"/>
                </a:cubicBezTo>
                <a:lnTo>
                  <a:pt x="422967" y="242528"/>
                </a:lnTo>
                <a:lnTo>
                  <a:pt x="440739" y="242528"/>
                </a:lnTo>
                <a:lnTo>
                  <a:pt x="445833" y="186996"/>
                </a:lnTo>
                <a:cubicBezTo>
                  <a:pt x="445659" y="186013"/>
                  <a:pt x="445428" y="184973"/>
                  <a:pt x="445196" y="183991"/>
                </a:cubicBezTo>
                <a:cubicBezTo>
                  <a:pt x="443459" y="176768"/>
                  <a:pt x="440276" y="169891"/>
                  <a:pt x="436860" y="162726"/>
                </a:cubicBezTo>
                <a:cubicBezTo>
                  <a:pt x="436860" y="162726"/>
                  <a:pt x="436166" y="161281"/>
                  <a:pt x="435818" y="160472"/>
                </a:cubicBezTo>
                <a:lnTo>
                  <a:pt x="435876" y="160472"/>
                </a:lnTo>
                <a:cubicBezTo>
                  <a:pt x="435818" y="160356"/>
                  <a:pt x="435818" y="160241"/>
                  <a:pt x="435703" y="160183"/>
                </a:cubicBezTo>
                <a:close/>
                <a:moveTo>
                  <a:pt x="264349" y="160183"/>
                </a:moveTo>
                <a:lnTo>
                  <a:pt x="308327" y="160183"/>
                </a:lnTo>
                <a:cubicBezTo>
                  <a:pt x="308269" y="160241"/>
                  <a:pt x="308269" y="160414"/>
                  <a:pt x="308154" y="160472"/>
                </a:cubicBezTo>
                <a:lnTo>
                  <a:pt x="308385" y="160472"/>
                </a:lnTo>
                <a:cubicBezTo>
                  <a:pt x="308038" y="161281"/>
                  <a:pt x="307344" y="162726"/>
                  <a:pt x="307344" y="162726"/>
                </a:cubicBezTo>
                <a:cubicBezTo>
                  <a:pt x="303467" y="170989"/>
                  <a:pt x="299821" y="178848"/>
                  <a:pt x="298316" y="187227"/>
                </a:cubicBezTo>
                <a:lnTo>
                  <a:pt x="303409" y="242470"/>
                </a:lnTo>
                <a:lnTo>
                  <a:pt x="322910" y="242470"/>
                </a:lnTo>
                <a:lnTo>
                  <a:pt x="339401" y="160183"/>
                </a:lnTo>
                <a:lnTo>
                  <a:pt x="355951" y="160183"/>
                </a:lnTo>
                <a:cubicBezTo>
                  <a:pt x="380949" y="160183"/>
                  <a:pt x="401202" y="180466"/>
                  <a:pt x="401376" y="205430"/>
                </a:cubicBezTo>
                <a:lnTo>
                  <a:pt x="401376" y="337413"/>
                </a:lnTo>
                <a:cubicBezTo>
                  <a:pt x="401376" y="362434"/>
                  <a:pt x="381065" y="382717"/>
                  <a:pt x="356009" y="382717"/>
                </a:cubicBezTo>
                <a:lnTo>
                  <a:pt x="350222" y="382717"/>
                </a:lnTo>
                <a:lnTo>
                  <a:pt x="350222" y="574624"/>
                </a:lnTo>
                <a:cubicBezTo>
                  <a:pt x="350222" y="592249"/>
                  <a:pt x="335872" y="606580"/>
                  <a:pt x="318222" y="606580"/>
                </a:cubicBezTo>
                <a:cubicBezTo>
                  <a:pt x="301788" y="606580"/>
                  <a:pt x="288190" y="594098"/>
                  <a:pt x="286396" y="578149"/>
                </a:cubicBezTo>
                <a:cubicBezTo>
                  <a:pt x="284660" y="594214"/>
                  <a:pt x="271062" y="606580"/>
                  <a:pt x="254628" y="606580"/>
                </a:cubicBezTo>
                <a:cubicBezTo>
                  <a:pt x="236978" y="606580"/>
                  <a:pt x="222628" y="592249"/>
                  <a:pt x="222628" y="574624"/>
                </a:cubicBezTo>
                <a:lnTo>
                  <a:pt x="222628" y="382833"/>
                </a:lnTo>
                <a:lnTo>
                  <a:pt x="216841" y="382833"/>
                </a:lnTo>
                <a:cubicBezTo>
                  <a:pt x="191727" y="382833"/>
                  <a:pt x="171474" y="362608"/>
                  <a:pt x="171474" y="337528"/>
                </a:cubicBezTo>
                <a:lnTo>
                  <a:pt x="171474" y="205545"/>
                </a:lnTo>
                <a:cubicBezTo>
                  <a:pt x="171474" y="180524"/>
                  <a:pt x="191727" y="160241"/>
                  <a:pt x="216841" y="160241"/>
                </a:cubicBezTo>
                <a:lnTo>
                  <a:pt x="233333" y="160241"/>
                </a:lnTo>
                <a:lnTo>
                  <a:pt x="249825" y="242528"/>
                </a:lnTo>
                <a:lnTo>
                  <a:pt x="269383" y="242528"/>
                </a:lnTo>
                <a:lnTo>
                  <a:pt x="274476" y="186996"/>
                </a:lnTo>
                <a:cubicBezTo>
                  <a:pt x="274302" y="186013"/>
                  <a:pt x="274071" y="184973"/>
                  <a:pt x="273839" y="183991"/>
                </a:cubicBezTo>
                <a:cubicBezTo>
                  <a:pt x="272045" y="176768"/>
                  <a:pt x="268921" y="169891"/>
                  <a:pt x="265506" y="162726"/>
                </a:cubicBezTo>
                <a:cubicBezTo>
                  <a:pt x="265506" y="162726"/>
                  <a:pt x="264812" y="161281"/>
                  <a:pt x="264407" y="160472"/>
                </a:cubicBezTo>
                <a:lnTo>
                  <a:pt x="264523" y="160472"/>
                </a:lnTo>
                <a:cubicBezTo>
                  <a:pt x="264407" y="160356"/>
                  <a:pt x="264407" y="160241"/>
                  <a:pt x="264349" y="160183"/>
                </a:cubicBezTo>
                <a:close/>
                <a:moveTo>
                  <a:pt x="92987" y="160183"/>
                </a:moveTo>
                <a:lnTo>
                  <a:pt x="136964" y="160183"/>
                </a:lnTo>
                <a:cubicBezTo>
                  <a:pt x="136848" y="160241"/>
                  <a:pt x="136848" y="160414"/>
                  <a:pt x="136791" y="160472"/>
                </a:cubicBezTo>
                <a:lnTo>
                  <a:pt x="137022" y="160472"/>
                </a:lnTo>
                <a:cubicBezTo>
                  <a:pt x="136617" y="161281"/>
                  <a:pt x="135923" y="162726"/>
                  <a:pt x="135923" y="162726"/>
                </a:cubicBezTo>
                <a:cubicBezTo>
                  <a:pt x="132104" y="170989"/>
                  <a:pt x="128458" y="178848"/>
                  <a:pt x="126896" y="187227"/>
                </a:cubicBezTo>
                <a:lnTo>
                  <a:pt x="131988" y="242470"/>
                </a:lnTo>
                <a:lnTo>
                  <a:pt x="149752" y="242470"/>
                </a:lnTo>
                <a:lnTo>
                  <a:pt x="149752" y="337471"/>
                </a:lnTo>
                <a:cubicBezTo>
                  <a:pt x="149752" y="360296"/>
                  <a:pt x="161267" y="380406"/>
                  <a:pt x="178742" y="392483"/>
                </a:cubicBezTo>
                <a:lnTo>
                  <a:pt x="178742" y="574624"/>
                </a:lnTo>
                <a:cubicBezTo>
                  <a:pt x="178742" y="592249"/>
                  <a:pt x="164392" y="606580"/>
                  <a:pt x="146743" y="606580"/>
                </a:cubicBezTo>
                <a:cubicBezTo>
                  <a:pt x="130310" y="606580"/>
                  <a:pt x="116712" y="594098"/>
                  <a:pt x="114976" y="578149"/>
                </a:cubicBezTo>
                <a:cubicBezTo>
                  <a:pt x="113182" y="594214"/>
                  <a:pt x="99584" y="606580"/>
                  <a:pt x="83151" y="606580"/>
                </a:cubicBezTo>
                <a:cubicBezTo>
                  <a:pt x="65502" y="606580"/>
                  <a:pt x="51152" y="592249"/>
                  <a:pt x="51152" y="574624"/>
                </a:cubicBezTo>
                <a:lnTo>
                  <a:pt x="51152" y="382833"/>
                </a:lnTo>
                <a:lnTo>
                  <a:pt x="45365" y="382833"/>
                </a:lnTo>
                <a:cubicBezTo>
                  <a:pt x="20310" y="382833"/>
                  <a:pt x="0" y="362608"/>
                  <a:pt x="0" y="337528"/>
                </a:cubicBezTo>
                <a:lnTo>
                  <a:pt x="0" y="205545"/>
                </a:lnTo>
                <a:cubicBezTo>
                  <a:pt x="0" y="180524"/>
                  <a:pt x="20310" y="160241"/>
                  <a:pt x="45365" y="160241"/>
                </a:cubicBezTo>
                <a:lnTo>
                  <a:pt x="61972" y="160241"/>
                </a:lnTo>
                <a:lnTo>
                  <a:pt x="78464" y="242528"/>
                </a:lnTo>
                <a:lnTo>
                  <a:pt x="97964" y="242528"/>
                </a:lnTo>
                <a:lnTo>
                  <a:pt x="103056" y="186996"/>
                </a:lnTo>
                <a:cubicBezTo>
                  <a:pt x="102940" y="186013"/>
                  <a:pt x="102709" y="184973"/>
                  <a:pt x="102477" y="183991"/>
                </a:cubicBezTo>
                <a:cubicBezTo>
                  <a:pt x="100683" y="176768"/>
                  <a:pt x="97501" y="169891"/>
                  <a:pt x="94145" y="162726"/>
                </a:cubicBezTo>
                <a:cubicBezTo>
                  <a:pt x="94145" y="162726"/>
                  <a:pt x="93450" y="161281"/>
                  <a:pt x="93045" y="160472"/>
                </a:cubicBezTo>
                <a:lnTo>
                  <a:pt x="93103" y="160472"/>
                </a:lnTo>
                <a:cubicBezTo>
                  <a:pt x="93045" y="160356"/>
                  <a:pt x="93045" y="160241"/>
                  <a:pt x="92987" y="160183"/>
                </a:cubicBezTo>
                <a:close/>
                <a:moveTo>
                  <a:pt x="457411" y="751"/>
                </a:moveTo>
                <a:lnTo>
                  <a:pt x="458047" y="751"/>
                </a:lnTo>
                <a:cubicBezTo>
                  <a:pt x="488012" y="751"/>
                  <a:pt x="514158" y="20971"/>
                  <a:pt x="521621" y="49915"/>
                </a:cubicBezTo>
                <a:cubicBezTo>
                  <a:pt x="523009" y="55403"/>
                  <a:pt x="523761" y="61007"/>
                  <a:pt x="523761" y="66553"/>
                </a:cubicBezTo>
                <a:cubicBezTo>
                  <a:pt x="523761" y="102718"/>
                  <a:pt x="494317" y="132124"/>
                  <a:pt x="458105" y="132124"/>
                </a:cubicBezTo>
                <a:lnTo>
                  <a:pt x="457469" y="132124"/>
                </a:lnTo>
                <a:cubicBezTo>
                  <a:pt x="427504" y="132124"/>
                  <a:pt x="401358" y="111904"/>
                  <a:pt x="393895" y="82960"/>
                </a:cubicBezTo>
                <a:cubicBezTo>
                  <a:pt x="392507" y="77472"/>
                  <a:pt x="391755" y="71868"/>
                  <a:pt x="391755" y="66322"/>
                </a:cubicBezTo>
                <a:cubicBezTo>
                  <a:pt x="391755" y="30157"/>
                  <a:pt x="421199" y="751"/>
                  <a:pt x="457411" y="751"/>
                </a:cubicBezTo>
                <a:close/>
                <a:moveTo>
                  <a:pt x="285868" y="751"/>
                </a:moveTo>
                <a:lnTo>
                  <a:pt x="286621" y="751"/>
                </a:lnTo>
                <a:cubicBezTo>
                  <a:pt x="316601" y="751"/>
                  <a:pt x="342761" y="20971"/>
                  <a:pt x="350227" y="49915"/>
                </a:cubicBezTo>
                <a:cubicBezTo>
                  <a:pt x="351674" y="55403"/>
                  <a:pt x="352369" y="61007"/>
                  <a:pt x="352369" y="66553"/>
                </a:cubicBezTo>
                <a:cubicBezTo>
                  <a:pt x="352369" y="102718"/>
                  <a:pt x="322909" y="132124"/>
                  <a:pt x="286736" y="132124"/>
                </a:cubicBezTo>
                <a:lnTo>
                  <a:pt x="286100" y="132124"/>
                </a:lnTo>
                <a:cubicBezTo>
                  <a:pt x="256119" y="132124"/>
                  <a:pt x="229959" y="111846"/>
                  <a:pt x="222493" y="82845"/>
                </a:cubicBezTo>
                <a:cubicBezTo>
                  <a:pt x="221046" y="77414"/>
                  <a:pt x="220351" y="71810"/>
                  <a:pt x="220351" y="66264"/>
                </a:cubicBezTo>
                <a:cubicBezTo>
                  <a:pt x="220351" y="30157"/>
                  <a:pt x="249753" y="751"/>
                  <a:pt x="285868" y="751"/>
                </a:cubicBezTo>
                <a:close/>
                <a:moveTo>
                  <a:pt x="114639" y="751"/>
                </a:moveTo>
                <a:lnTo>
                  <a:pt x="115275" y="751"/>
                </a:lnTo>
                <a:cubicBezTo>
                  <a:pt x="145256" y="751"/>
                  <a:pt x="171416" y="20971"/>
                  <a:pt x="178882" y="49915"/>
                </a:cubicBezTo>
                <a:cubicBezTo>
                  <a:pt x="180329" y="55403"/>
                  <a:pt x="181024" y="61007"/>
                  <a:pt x="181024" y="66553"/>
                </a:cubicBezTo>
                <a:cubicBezTo>
                  <a:pt x="181024" y="102718"/>
                  <a:pt x="151564" y="132124"/>
                  <a:pt x="115333" y="132124"/>
                </a:cubicBezTo>
                <a:lnTo>
                  <a:pt x="114754" y="132124"/>
                </a:lnTo>
                <a:cubicBezTo>
                  <a:pt x="84774" y="132124"/>
                  <a:pt x="58614" y="111904"/>
                  <a:pt x="51148" y="82960"/>
                </a:cubicBezTo>
                <a:cubicBezTo>
                  <a:pt x="49701" y="77472"/>
                  <a:pt x="49006" y="71868"/>
                  <a:pt x="49006" y="66322"/>
                </a:cubicBezTo>
                <a:cubicBezTo>
                  <a:pt x="49006" y="30157"/>
                  <a:pt x="78466" y="751"/>
                  <a:pt x="114639" y="751"/>
                </a:cubicBezTo>
                <a:close/>
                <a:moveTo>
                  <a:pt x="457410" y="423"/>
                </a:moveTo>
                <a:cubicBezTo>
                  <a:pt x="420880" y="423"/>
                  <a:pt x="391355" y="29894"/>
                  <a:pt x="391355" y="66356"/>
                </a:cubicBezTo>
                <a:cubicBezTo>
                  <a:pt x="391355" y="72135"/>
                  <a:pt x="392108" y="77740"/>
                  <a:pt x="393497" y="83056"/>
                </a:cubicBezTo>
                <a:cubicBezTo>
                  <a:pt x="400849" y="111487"/>
                  <a:pt x="426669" y="132521"/>
                  <a:pt x="457468" y="132521"/>
                </a:cubicBezTo>
                <a:lnTo>
                  <a:pt x="457815" y="132521"/>
                </a:lnTo>
                <a:lnTo>
                  <a:pt x="458104" y="132521"/>
                </a:lnTo>
                <a:cubicBezTo>
                  <a:pt x="494634" y="132521"/>
                  <a:pt x="524159" y="103050"/>
                  <a:pt x="524159" y="66587"/>
                </a:cubicBezTo>
                <a:cubicBezTo>
                  <a:pt x="524159" y="60809"/>
                  <a:pt x="523406" y="55204"/>
                  <a:pt x="522017" y="49887"/>
                </a:cubicBezTo>
                <a:cubicBezTo>
                  <a:pt x="514665" y="21457"/>
                  <a:pt x="488845" y="423"/>
                  <a:pt x="458046" y="423"/>
                </a:cubicBezTo>
                <a:lnTo>
                  <a:pt x="457699" y="423"/>
                </a:lnTo>
                <a:close/>
                <a:moveTo>
                  <a:pt x="114646" y="423"/>
                </a:moveTo>
                <a:cubicBezTo>
                  <a:pt x="78190" y="423"/>
                  <a:pt x="48620" y="29894"/>
                  <a:pt x="48620" y="66356"/>
                </a:cubicBezTo>
                <a:cubicBezTo>
                  <a:pt x="48620" y="72135"/>
                  <a:pt x="49372" y="77740"/>
                  <a:pt x="50761" y="83056"/>
                </a:cubicBezTo>
                <a:cubicBezTo>
                  <a:pt x="58110" y="111487"/>
                  <a:pt x="83977" y="132521"/>
                  <a:pt x="114762" y="132521"/>
                </a:cubicBezTo>
                <a:lnTo>
                  <a:pt x="115051" y="132521"/>
                </a:lnTo>
                <a:lnTo>
                  <a:pt x="115340" y="132521"/>
                </a:lnTo>
                <a:cubicBezTo>
                  <a:pt x="151854" y="132521"/>
                  <a:pt x="181424" y="103050"/>
                  <a:pt x="181424" y="66587"/>
                </a:cubicBezTo>
                <a:cubicBezTo>
                  <a:pt x="181424" y="60809"/>
                  <a:pt x="180614" y="55204"/>
                  <a:pt x="179225" y="49887"/>
                </a:cubicBezTo>
                <a:cubicBezTo>
                  <a:pt x="171934" y="21457"/>
                  <a:pt x="146067" y="423"/>
                  <a:pt x="115282" y="423"/>
                </a:cubicBezTo>
                <a:lnTo>
                  <a:pt x="114993" y="423"/>
                </a:lnTo>
                <a:close/>
                <a:moveTo>
                  <a:pt x="286036" y="397"/>
                </a:moveTo>
                <a:cubicBezTo>
                  <a:pt x="249522" y="282"/>
                  <a:pt x="219952" y="29874"/>
                  <a:pt x="219952" y="66286"/>
                </a:cubicBezTo>
                <a:cubicBezTo>
                  <a:pt x="219952" y="72066"/>
                  <a:pt x="220762" y="77672"/>
                  <a:pt x="222151" y="82990"/>
                </a:cubicBezTo>
                <a:cubicBezTo>
                  <a:pt x="229442" y="111484"/>
                  <a:pt x="255309" y="132522"/>
                  <a:pt x="286094" y="132522"/>
                </a:cubicBezTo>
                <a:lnTo>
                  <a:pt x="286383" y="132522"/>
                </a:lnTo>
                <a:lnTo>
                  <a:pt x="286730" y="132522"/>
                </a:lnTo>
                <a:cubicBezTo>
                  <a:pt x="323186" y="132522"/>
                  <a:pt x="352756" y="103045"/>
                  <a:pt x="352756" y="66575"/>
                </a:cubicBezTo>
                <a:cubicBezTo>
                  <a:pt x="352756" y="60796"/>
                  <a:pt x="352004" y="55189"/>
                  <a:pt x="350615" y="49872"/>
                </a:cubicBezTo>
                <a:cubicBezTo>
                  <a:pt x="343266" y="21436"/>
                  <a:pt x="317399" y="397"/>
                  <a:pt x="286614" y="397"/>
                </a:cubicBezTo>
                <a:lnTo>
                  <a:pt x="286325" y="397"/>
                </a:lnTo>
                <a:close/>
                <a:moveTo>
                  <a:pt x="457411" y="0"/>
                </a:moveTo>
                <a:lnTo>
                  <a:pt x="458047" y="0"/>
                </a:lnTo>
                <a:cubicBezTo>
                  <a:pt x="488359" y="0"/>
                  <a:pt x="514795" y="20451"/>
                  <a:pt x="522315" y="49741"/>
                </a:cubicBezTo>
                <a:cubicBezTo>
                  <a:pt x="523761" y="55230"/>
                  <a:pt x="524513" y="60891"/>
                  <a:pt x="524513" y="66553"/>
                </a:cubicBezTo>
                <a:cubicBezTo>
                  <a:pt x="524513" y="103122"/>
                  <a:pt x="494722" y="132875"/>
                  <a:pt x="458105" y="132875"/>
                </a:cubicBezTo>
                <a:lnTo>
                  <a:pt x="457469" y="132875"/>
                </a:lnTo>
                <a:cubicBezTo>
                  <a:pt x="427157" y="132875"/>
                  <a:pt x="400721" y="112424"/>
                  <a:pt x="393201" y="83133"/>
                </a:cubicBezTo>
                <a:cubicBezTo>
                  <a:pt x="391755" y="77645"/>
                  <a:pt x="391003" y="71983"/>
                  <a:pt x="391003" y="66322"/>
                </a:cubicBezTo>
                <a:cubicBezTo>
                  <a:pt x="391003" y="29752"/>
                  <a:pt x="420794" y="0"/>
                  <a:pt x="457411" y="0"/>
                </a:cubicBezTo>
                <a:close/>
                <a:moveTo>
                  <a:pt x="285868" y="0"/>
                </a:moveTo>
                <a:lnTo>
                  <a:pt x="286621" y="0"/>
                </a:lnTo>
                <a:cubicBezTo>
                  <a:pt x="316948" y="0"/>
                  <a:pt x="343456" y="20451"/>
                  <a:pt x="350980" y="49741"/>
                </a:cubicBezTo>
                <a:cubicBezTo>
                  <a:pt x="352427" y="55287"/>
                  <a:pt x="353179" y="60891"/>
                  <a:pt x="353179" y="66553"/>
                </a:cubicBezTo>
                <a:cubicBezTo>
                  <a:pt x="353179" y="103122"/>
                  <a:pt x="323372" y="132875"/>
                  <a:pt x="286736" y="132875"/>
                </a:cubicBezTo>
                <a:lnTo>
                  <a:pt x="286100" y="132875"/>
                </a:lnTo>
                <a:cubicBezTo>
                  <a:pt x="255772" y="132875"/>
                  <a:pt x="229322" y="112366"/>
                  <a:pt x="221740" y="83076"/>
                </a:cubicBezTo>
                <a:cubicBezTo>
                  <a:pt x="220294" y="77530"/>
                  <a:pt x="219599" y="71868"/>
                  <a:pt x="219599" y="66264"/>
                </a:cubicBezTo>
                <a:cubicBezTo>
                  <a:pt x="219599" y="29695"/>
                  <a:pt x="249348" y="0"/>
                  <a:pt x="285868" y="0"/>
                </a:cubicBezTo>
                <a:close/>
                <a:moveTo>
                  <a:pt x="114639" y="0"/>
                </a:moveTo>
                <a:lnTo>
                  <a:pt x="115275" y="0"/>
                </a:lnTo>
                <a:cubicBezTo>
                  <a:pt x="145603" y="0"/>
                  <a:pt x="172053" y="20451"/>
                  <a:pt x="179635" y="49741"/>
                </a:cubicBezTo>
                <a:cubicBezTo>
                  <a:pt x="181081" y="55230"/>
                  <a:pt x="181776" y="60891"/>
                  <a:pt x="181776" y="66553"/>
                </a:cubicBezTo>
                <a:cubicBezTo>
                  <a:pt x="181776" y="103122"/>
                  <a:pt x="151969" y="132875"/>
                  <a:pt x="115333" y="132875"/>
                </a:cubicBezTo>
                <a:lnTo>
                  <a:pt x="114754" y="132875"/>
                </a:lnTo>
                <a:cubicBezTo>
                  <a:pt x="84427" y="132875"/>
                  <a:pt x="57919" y="112424"/>
                  <a:pt x="50395" y="83133"/>
                </a:cubicBezTo>
                <a:cubicBezTo>
                  <a:pt x="48948" y="77645"/>
                  <a:pt x="48196" y="71983"/>
                  <a:pt x="48196" y="66322"/>
                </a:cubicBezTo>
                <a:cubicBezTo>
                  <a:pt x="48196" y="29752"/>
                  <a:pt x="78003" y="0"/>
                  <a:pt x="114639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3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/>
            <a:endParaRPr lang="zh-CN" alt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41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A3B6CF81-C9C3-C7F7-03FF-7142C2D795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Thank you</a:t>
            </a:r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6DE9C1-644A-C092-01FE-8717E6E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GuidesStyle_Moderate&quot;,&quot;Kind&quot;:0,&quot;OldGuidesSetting&quot;:{&quot;HeaderHeight&quot;:13.0,&quot;FooterHeight&quot;:6.0,&quot;SideMargin&quot;:4.0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国际处2025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18243A"/>
      </a:accent2>
      <a:accent3>
        <a:srgbClr val="192D49"/>
      </a:accent3>
      <a:accent4>
        <a:srgbClr val="F44D00"/>
      </a:accent4>
      <a:accent5>
        <a:srgbClr val="FF8953"/>
      </a:accent5>
      <a:accent6>
        <a:srgbClr val="A5A5A5"/>
      </a:accent6>
      <a:hlink>
        <a:srgbClr val="196E7D"/>
      </a:hlink>
      <a:folHlink>
        <a:srgbClr val="BEBEBE"/>
      </a:folHlink>
    </a:clrScheme>
    <a:fontScheme name="sjtu-2022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29686</TotalTime>
  <Words>46</Words>
  <Application>Microsoft Office PowerPoint</Application>
  <PresentationFormat>宽屏</PresentationFormat>
  <Paragraphs>13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Source Han Sans CN Medium</vt:lpstr>
      <vt:lpstr>等线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liyi</dc:creator>
  <cp:lastModifiedBy>Yi Li</cp:lastModifiedBy>
  <cp:revision>170</cp:revision>
  <dcterms:created xsi:type="dcterms:W3CDTF">2024-12-22T10:32:28Z</dcterms:created>
  <dcterms:modified xsi:type="dcterms:W3CDTF">2026-07-09T01:36:28Z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2052-3.9.6.6441</vt:lpwstr>
  </property>
</Properties>
</file>